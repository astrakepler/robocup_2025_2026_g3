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58" r:id="rId7"/>
    <p:sldId id="268" r:id="rId8"/>
    <p:sldId id="270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637D1-BB6B-411B-9454-A665B9C76ADD}" v="10" dt="2025-11-02T16:53:30.016"/>
    <p1510:client id="{A11745DE-2DF1-BD8E-3FF5-05217AE668B2}" v="76" dt="2025-11-02T17:45:09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m Dali" userId="S::karam.dali@etu.univ-smb.fr::bf4b0b11-ece4-4c3e-b810-c90ca7502c3d" providerId="AD" clId="Web-{A11745DE-2DF1-BD8E-3FF5-05217AE668B2}"/>
    <pc:docChg chg="addSld delSld modSld">
      <pc:chgData name="Karam Dali" userId="S::karam.dali@etu.univ-smb.fr::bf4b0b11-ece4-4c3e-b810-c90ca7502c3d" providerId="AD" clId="Web-{A11745DE-2DF1-BD8E-3FF5-05217AE668B2}" dt="2025-11-02T17:45:09.862" v="65"/>
      <pc:docMkLst>
        <pc:docMk/>
      </pc:docMkLst>
      <pc:sldChg chg="addSp delSp modSp">
        <pc:chgData name="Karam Dali" userId="S::karam.dali@etu.univ-smb.fr::bf4b0b11-ece4-4c3e-b810-c90ca7502c3d" providerId="AD" clId="Web-{A11745DE-2DF1-BD8E-3FF5-05217AE668B2}" dt="2025-11-02T17:38:52.090" v="18"/>
        <pc:sldMkLst>
          <pc:docMk/>
          <pc:sldMk cId="3845796162" sldId="268"/>
        </pc:sldMkLst>
        <pc:spChg chg="add del">
          <ac:chgData name="Karam Dali" userId="S::karam.dali@etu.univ-smb.fr::bf4b0b11-ece4-4c3e-b810-c90ca7502c3d" providerId="AD" clId="Web-{A11745DE-2DF1-BD8E-3FF5-05217AE668B2}" dt="2025-11-02T17:38:52.090" v="17"/>
          <ac:spMkLst>
            <pc:docMk/>
            <pc:sldMk cId="3845796162" sldId="268"/>
            <ac:spMk id="2" creationId="{B34D9ADA-19D9-C19D-A9C8-6EA48DF40809}"/>
          </ac:spMkLst>
        </pc:spChg>
        <pc:spChg chg="add del mod">
          <ac:chgData name="Karam Dali" userId="S::karam.dali@etu.univ-smb.fr::bf4b0b11-ece4-4c3e-b810-c90ca7502c3d" providerId="AD" clId="Web-{A11745DE-2DF1-BD8E-3FF5-05217AE668B2}" dt="2025-11-02T17:38:52.090" v="17"/>
          <ac:spMkLst>
            <pc:docMk/>
            <pc:sldMk cId="3845796162" sldId="268"/>
            <ac:spMk id="8" creationId="{BEA123F9-930A-A237-2770-8B5A024925B1}"/>
          </ac:spMkLst>
        </pc:spChg>
        <pc:picChg chg="add del mod">
          <ac:chgData name="Karam Dali" userId="S::karam.dali@etu.univ-smb.fr::bf4b0b11-ece4-4c3e-b810-c90ca7502c3d" providerId="AD" clId="Web-{A11745DE-2DF1-BD8E-3FF5-05217AE668B2}" dt="2025-11-02T17:36:23.850" v="1"/>
          <ac:picMkLst>
            <pc:docMk/>
            <pc:sldMk cId="3845796162" sldId="268"/>
            <ac:picMk id="3" creationId="{C8583C33-9FC6-1D7C-F87F-D74B3E904A4D}"/>
          </ac:picMkLst>
        </pc:picChg>
        <pc:picChg chg="add del mod">
          <ac:chgData name="Karam Dali" userId="S::karam.dali@etu.univ-smb.fr::bf4b0b11-ece4-4c3e-b810-c90ca7502c3d" providerId="AD" clId="Web-{A11745DE-2DF1-BD8E-3FF5-05217AE668B2}" dt="2025-11-02T17:38:24.089" v="13"/>
          <ac:picMkLst>
            <pc:docMk/>
            <pc:sldMk cId="3845796162" sldId="268"/>
            <ac:picMk id="4" creationId="{49EC9436-C46D-3625-2AD8-0EA5CC13080E}"/>
          </ac:picMkLst>
        </pc:picChg>
        <pc:cxnChg chg="add del">
          <ac:chgData name="Karam Dali" userId="S::karam.dali@etu.univ-smb.fr::bf4b0b11-ece4-4c3e-b810-c90ca7502c3d" providerId="AD" clId="Web-{A11745DE-2DF1-BD8E-3FF5-05217AE668B2}" dt="2025-11-02T17:38:52.090" v="18"/>
          <ac:cxnSpMkLst>
            <pc:docMk/>
            <pc:sldMk cId="3845796162" sldId="268"/>
            <ac:cxnSpMk id="16" creationId="{1503BFE4-729B-D9D0-C17B-501E6AF1127A}"/>
          </ac:cxnSpMkLst>
        </pc:cxnChg>
      </pc:sldChg>
      <pc:sldChg chg="addSp delSp modSp new addAnim delAnim modAnim">
        <pc:chgData name="Karam Dali" userId="S::karam.dali@etu.univ-smb.fr::bf4b0b11-ece4-4c3e-b810-c90ca7502c3d" providerId="AD" clId="Web-{A11745DE-2DF1-BD8E-3FF5-05217AE668B2}" dt="2025-11-02T17:45:09.862" v="65"/>
        <pc:sldMkLst>
          <pc:docMk/>
          <pc:sldMk cId="653676938" sldId="270"/>
        </pc:sldMkLst>
        <pc:spChg chg="del">
          <ac:chgData name="Karam Dali" userId="S::karam.dali@etu.univ-smb.fr::bf4b0b11-ece4-4c3e-b810-c90ca7502c3d" providerId="AD" clId="Web-{A11745DE-2DF1-BD8E-3FF5-05217AE668B2}" dt="2025-11-02T17:38:12.401" v="11"/>
          <ac:spMkLst>
            <pc:docMk/>
            <pc:sldMk cId="653676938" sldId="270"/>
            <ac:spMk id="2" creationId="{B7365B28-BF0A-9E34-C76D-BC67FC472CB0}"/>
          </ac:spMkLst>
        </pc:spChg>
        <pc:spChg chg="del">
          <ac:chgData name="Karam Dali" userId="S::karam.dali@etu.univ-smb.fr::bf4b0b11-ece4-4c3e-b810-c90ca7502c3d" providerId="AD" clId="Web-{A11745DE-2DF1-BD8E-3FF5-05217AE668B2}" dt="2025-11-02T17:38:12.401" v="10"/>
          <ac:spMkLst>
            <pc:docMk/>
            <pc:sldMk cId="653676938" sldId="270"/>
            <ac:spMk id="3" creationId="{673B8FBC-C06F-0F68-B5BF-CA45D8294503}"/>
          </ac:spMkLst>
        </pc:spChg>
        <pc:spChg chg="add mod">
          <ac:chgData name="Karam Dali" userId="S::karam.dali@etu.univ-smb.fr::bf4b0b11-ece4-4c3e-b810-c90ca7502c3d" providerId="AD" clId="Web-{A11745DE-2DF1-BD8E-3FF5-05217AE668B2}" dt="2025-11-02T17:39:02.074" v="29" actId="20577"/>
          <ac:spMkLst>
            <pc:docMk/>
            <pc:sldMk cId="653676938" sldId="270"/>
            <ac:spMk id="6" creationId="{3A3D98A2-9A82-3F09-3DE4-7F557B5DA750}"/>
          </ac:spMkLst>
        </pc:spChg>
        <pc:picChg chg="add del mod">
          <ac:chgData name="Karam Dali" userId="S::karam.dali@etu.univ-smb.fr::bf4b0b11-ece4-4c3e-b810-c90ca7502c3d" providerId="AD" clId="Web-{A11745DE-2DF1-BD8E-3FF5-05217AE668B2}" dt="2025-11-02T17:39:16.075" v="30"/>
          <ac:picMkLst>
            <pc:docMk/>
            <pc:sldMk cId="653676938" sldId="270"/>
            <ac:picMk id="4" creationId="{0E1401EB-B571-480F-64B0-967334919230}"/>
          </ac:picMkLst>
        </pc:picChg>
        <pc:picChg chg="add mod">
          <ac:chgData name="Karam Dali" userId="S::karam.dali@etu.univ-smb.fr::bf4b0b11-ece4-4c3e-b810-c90ca7502c3d" providerId="AD" clId="Web-{A11745DE-2DF1-BD8E-3FF5-05217AE668B2}" dt="2025-11-02T17:39:50.560" v="33" actId="1076"/>
          <ac:picMkLst>
            <pc:docMk/>
            <pc:sldMk cId="653676938" sldId="270"/>
            <ac:picMk id="9" creationId="{01F89266-244E-8C66-97DD-9DBCAC42E345}"/>
          </ac:picMkLst>
        </pc:picChg>
        <pc:picChg chg="add del mod">
          <ac:chgData name="Karam Dali" userId="S::karam.dali@etu.univ-smb.fr::bf4b0b11-ece4-4c3e-b810-c90ca7502c3d" providerId="AD" clId="Web-{A11745DE-2DF1-BD8E-3FF5-05217AE668B2}" dt="2025-11-02T17:42:26.704" v="50"/>
          <ac:picMkLst>
            <pc:docMk/>
            <pc:sldMk cId="653676938" sldId="270"/>
            <ac:picMk id="10" creationId="{436AAACF-0E3A-A709-4D58-AAEE9A76D37D}"/>
          </ac:picMkLst>
        </pc:picChg>
        <pc:picChg chg="add mod">
          <ac:chgData name="Karam Dali" userId="S::karam.dali@etu.univ-smb.fr::bf4b0b11-ece4-4c3e-b810-c90ca7502c3d" providerId="AD" clId="Web-{A11745DE-2DF1-BD8E-3FF5-05217AE668B2}" dt="2025-11-02T17:40:40.014" v="40" actId="1076"/>
          <ac:picMkLst>
            <pc:docMk/>
            <pc:sldMk cId="653676938" sldId="270"/>
            <ac:picMk id="11" creationId="{790D5685-70AC-97C0-BEE9-5CD17FD4FF73}"/>
          </ac:picMkLst>
        </pc:picChg>
        <pc:picChg chg="add mod">
          <ac:chgData name="Karam Dali" userId="S::karam.dali@etu.univ-smb.fr::bf4b0b11-ece4-4c3e-b810-c90ca7502c3d" providerId="AD" clId="Web-{A11745DE-2DF1-BD8E-3FF5-05217AE668B2}" dt="2025-11-02T17:40:49.343" v="43" actId="1076"/>
          <ac:picMkLst>
            <pc:docMk/>
            <pc:sldMk cId="653676938" sldId="270"/>
            <ac:picMk id="12" creationId="{47BB0F75-4C8D-8E7C-491B-F4CEFDAA64F7}"/>
          </ac:picMkLst>
        </pc:picChg>
        <pc:picChg chg="add mod">
          <ac:chgData name="Karam Dali" userId="S::karam.dali@etu.univ-smb.fr::bf4b0b11-ece4-4c3e-b810-c90ca7502c3d" providerId="AD" clId="Web-{A11745DE-2DF1-BD8E-3FF5-05217AE668B2}" dt="2025-11-02T17:41:02.437" v="47" actId="1076"/>
          <ac:picMkLst>
            <pc:docMk/>
            <pc:sldMk cId="653676938" sldId="270"/>
            <ac:picMk id="13" creationId="{C1C3AD2D-BA6D-2120-69BE-27184B07F8BE}"/>
          </ac:picMkLst>
        </pc:picChg>
        <pc:cxnChg chg="add">
          <ac:chgData name="Karam Dali" userId="S::karam.dali@etu.univ-smb.fr::bf4b0b11-ece4-4c3e-b810-c90ca7502c3d" providerId="AD" clId="Web-{A11745DE-2DF1-BD8E-3FF5-05217AE668B2}" dt="2025-11-02T17:38:55.121" v="20"/>
          <ac:cxnSpMkLst>
            <pc:docMk/>
            <pc:sldMk cId="653676938" sldId="270"/>
            <ac:cxnSpMk id="8" creationId="{879C146E-5987-04C5-2082-D9DAD8367FE5}"/>
          </ac:cxnSpMkLst>
        </pc:cxnChg>
      </pc:sldChg>
      <pc:sldChg chg="addSp delSp modSp new del">
        <pc:chgData name="Karam Dali" userId="S::karam.dali@etu.univ-smb.fr::bf4b0b11-ece4-4c3e-b810-c90ca7502c3d" providerId="AD" clId="Web-{A11745DE-2DF1-BD8E-3FF5-05217AE668B2}" dt="2025-11-02T17:38:03.916" v="8"/>
        <pc:sldMkLst>
          <pc:docMk/>
          <pc:sldMk cId="3507745464" sldId="270"/>
        </pc:sldMkLst>
        <pc:spChg chg="del">
          <ac:chgData name="Karam Dali" userId="S::karam.dali@etu.univ-smb.fr::bf4b0b11-ece4-4c3e-b810-c90ca7502c3d" providerId="AD" clId="Web-{A11745DE-2DF1-BD8E-3FF5-05217AE668B2}" dt="2025-11-02T17:36:57.617" v="3"/>
          <ac:spMkLst>
            <pc:docMk/>
            <pc:sldMk cId="3507745464" sldId="270"/>
            <ac:spMk id="3" creationId="{71D7BB9A-DDFE-92C2-BAFA-0C5C16E79410}"/>
          </ac:spMkLst>
        </pc:spChg>
        <pc:picChg chg="add mod ord">
          <ac:chgData name="Karam Dali" userId="S::karam.dali@etu.univ-smb.fr::bf4b0b11-ece4-4c3e-b810-c90ca7502c3d" providerId="AD" clId="Web-{A11745DE-2DF1-BD8E-3FF5-05217AE668B2}" dt="2025-11-02T17:37:17.086" v="7" actId="14100"/>
          <ac:picMkLst>
            <pc:docMk/>
            <pc:sldMk cId="3507745464" sldId="270"/>
            <ac:picMk id="4" creationId="{C433B03E-FB7E-CACD-B062-C3EFEE64F848}"/>
          </ac:picMkLst>
        </pc:picChg>
      </pc:sldChg>
    </pc:docChg>
  </pc:docChgLst>
  <pc:docChgLst>
    <pc:chgData name="Muhammad-Adeel Khan" userId="14a85696-0cb2-4c76-9015-4d2e71aefc3f" providerId="ADAL" clId="{B1334F4F-DBD8-4B45-8E5E-28FC9A4F8B18}"/>
    <pc:docChg chg="undo custSel addSld delSld modSld">
      <pc:chgData name="Muhammad-Adeel Khan" userId="14a85696-0cb2-4c76-9015-4d2e71aefc3f" providerId="ADAL" clId="{B1334F4F-DBD8-4B45-8E5E-28FC9A4F8B18}" dt="2025-11-02T17:23:52.471" v="1140" actId="47"/>
      <pc:docMkLst>
        <pc:docMk/>
      </pc:docMkLst>
      <pc:sldChg chg="addSp delSp modSp mod">
        <pc:chgData name="Muhammad-Adeel Khan" userId="14a85696-0cb2-4c76-9015-4d2e71aefc3f" providerId="ADAL" clId="{B1334F4F-DBD8-4B45-8E5E-28FC9A4F8B18}" dt="2025-11-02T16:59:29.332" v="792" actId="1036"/>
        <pc:sldMkLst>
          <pc:docMk/>
          <pc:sldMk cId="4219892256" sldId="258"/>
        </pc:sldMkLst>
        <pc:spChg chg="mod">
          <ac:chgData name="Muhammad-Adeel Khan" userId="14a85696-0cb2-4c76-9015-4d2e71aefc3f" providerId="ADAL" clId="{B1334F4F-DBD8-4B45-8E5E-28FC9A4F8B18}" dt="2025-11-02T16:35:00.065" v="140" actId="1076"/>
          <ac:spMkLst>
            <pc:docMk/>
            <pc:sldMk cId="4219892256" sldId="258"/>
            <ac:spMk id="2" creationId="{8D54E494-7D95-499E-A5E1-A52CA4AE8241}"/>
          </ac:spMkLst>
        </pc:spChg>
        <pc:spChg chg="add del mod">
          <ac:chgData name="Muhammad-Adeel Khan" userId="14a85696-0cb2-4c76-9015-4d2e71aefc3f" providerId="ADAL" clId="{B1334F4F-DBD8-4B45-8E5E-28FC9A4F8B18}" dt="2025-11-02T16:20:36.761" v="129" actId="478"/>
          <ac:spMkLst>
            <pc:docMk/>
            <pc:sldMk cId="4219892256" sldId="258"/>
            <ac:spMk id="6" creationId="{A7906723-96D1-0952-5C19-7D284476068D}"/>
          </ac:spMkLst>
        </pc:spChg>
        <pc:spChg chg="add mod ord">
          <ac:chgData name="Muhammad-Adeel Khan" userId="14a85696-0cb2-4c76-9015-4d2e71aefc3f" providerId="ADAL" clId="{B1334F4F-DBD8-4B45-8E5E-28FC9A4F8B18}" dt="2025-11-02T16:35:45.502" v="143" actId="207"/>
          <ac:spMkLst>
            <pc:docMk/>
            <pc:sldMk cId="4219892256" sldId="258"/>
            <ac:spMk id="7" creationId="{3CD3E8D9-0C5A-35DF-3AC1-35C4C61E6ED0}"/>
          </ac:spMkLst>
        </pc:spChg>
        <pc:spChg chg="add mod">
          <ac:chgData name="Muhammad-Adeel Khan" userId="14a85696-0cb2-4c76-9015-4d2e71aefc3f" providerId="ADAL" clId="{B1334F4F-DBD8-4B45-8E5E-28FC9A4F8B18}" dt="2025-11-02T16:37:35.163" v="170" actId="1035"/>
          <ac:spMkLst>
            <pc:docMk/>
            <pc:sldMk cId="4219892256" sldId="258"/>
            <ac:spMk id="27" creationId="{553B9496-06A5-2A67-9338-27842E3A74FF}"/>
          </ac:spMkLst>
        </pc:spChg>
        <pc:spChg chg="add mod">
          <ac:chgData name="Muhammad-Adeel Khan" userId="14a85696-0cb2-4c76-9015-4d2e71aefc3f" providerId="ADAL" clId="{B1334F4F-DBD8-4B45-8E5E-28FC9A4F8B18}" dt="2025-11-02T16:38:59.401" v="250" actId="1076"/>
          <ac:spMkLst>
            <pc:docMk/>
            <pc:sldMk cId="4219892256" sldId="258"/>
            <ac:spMk id="28" creationId="{16197E94-1F6A-6D31-1236-A6280F8A60BB}"/>
          </ac:spMkLst>
        </pc:spChg>
        <pc:spChg chg="add mod">
          <ac:chgData name="Muhammad-Adeel Khan" userId="14a85696-0cb2-4c76-9015-4d2e71aefc3f" providerId="ADAL" clId="{B1334F4F-DBD8-4B45-8E5E-28FC9A4F8B18}" dt="2025-11-02T16:39:02.200" v="251" actId="1076"/>
          <ac:spMkLst>
            <pc:docMk/>
            <pc:sldMk cId="4219892256" sldId="258"/>
            <ac:spMk id="29" creationId="{7F18A34C-3068-3EDF-A515-4BA198356E74}"/>
          </ac:spMkLst>
        </pc:spChg>
        <pc:spChg chg="add mod">
          <ac:chgData name="Muhammad-Adeel Khan" userId="14a85696-0cb2-4c76-9015-4d2e71aefc3f" providerId="ADAL" clId="{B1334F4F-DBD8-4B45-8E5E-28FC9A4F8B18}" dt="2025-11-02T16:39:19.187" v="257" actId="1037"/>
          <ac:spMkLst>
            <pc:docMk/>
            <pc:sldMk cId="4219892256" sldId="258"/>
            <ac:spMk id="30" creationId="{AEA123FF-00E4-549D-E84C-2F212BBC896D}"/>
          </ac:spMkLst>
        </pc:spChg>
        <pc:spChg chg="add del mod">
          <ac:chgData name="Muhammad-Adeel Khan" userId="14a85696-0cb2-4c76-9015-4d2e71aefc3f" providerId="ADAL" clId="{B1334F4F-DBD8-4B45-8E5E-28FC9A4F8B18}" dt="2025-11-02T16:39:40.572" v="261"/>
          <ac:spMkLst>
            <pc:docMk/>
            <pc:sldMk cId="4219892256" sldId="258"/>
            <ac:spMk id="31" creationId="{7181CC97-9A49-A132-E639-C16334CF7F14}"/>
          </ac:spMkLst>
        </pc:spChg>
        <pc:spChg chg="add del mod">
          <ac:chgData name="Muhammad-Adeel Khan" userId="14a85696-0cb2-4c76-9015-4d2e71aefc3f" providerId="ADAL" clId="{B1334F4F-DBD8-4B45-8E5E-28FC9A4F8B18}" dt="2025-11-02T16:40:00.829" v="265"/>
          <ac:spMkLst>
            <pc:docMk/>
            <pc:sldMk cId="4219892256" sldId="258"/>
            <ac:spMk id="32" creationId="{CA8EDF7E-C754-156C-E9EE-421C53723504}"/>
          </ac:spMkLst>
        </pc:spChg>
        <pc:spChg chg="add mod">
          <ac:chgData name="Muhammad-Adeel Khan" userId="14a85696-0cb2-4c76-9015-4d2e71aefc3f" providerId="ADAL" clId="{B1334F4F-DBD8-4B45-8E5E-28FC9A4F8B18}" dt="2025-11-02T16:58:54.578" v="735" actId="1035"/>
          <ac:spMkLst>
            <pc:docMk/>
            <pc:sldMk cId="4219892256" sldId="258"/>
            <ac:spMk id="33" creationId="{94D33E57-6F95-A769-5894-3E5A90F6CDC7}"/>
          </ac:spMkLst>
        </pc:spChg>
        <pc:spChg chg="add mod">
          <ac:chgData name="Muhammad-Adeel Khan" userId="14a85696-0cb2-4c76-9015-4d2e71aefc3f" providerId="ADAL" clId="{B1334F4F-DBD8-4B45-8E5E-28FC9A4F8B18}" dt="2025-11-02T16:59:01.373" v="745" actId="1035"/>
          <ac:spMkLst>
            <pc:docMk/>
            <pc:sldMk cId="4219892256" sldId="258"/>
            <ac:spMk id="34" creationId="{018174A8-EECB-C810-9244-28648BE3A632}"/>
          </ac:spMkLst>
        </pc:spChg>
        <pc:spChg chg="add mod">
          <ac:chgData name="Muhammad-Adeel Khan" userId="14a85696-0cb2-4c76-9015-4d2e71aefc3f" providerId="ADAL" clId="{B1334F4F-DBD8-4B45-8E5E-28FC9A4F8B18}" dt="2025-11-02T16:59:07.968" v="763" actId="1035"/>
          <ac:spMkLst>
            <pc:docMk/>
            <pc:sldMk cId="4219892256" sldId="258"/>
            <ac:spMk id="35" creationId="{4E6BF43A-D9FF-330B-7BAB-81EBF42B4AB3}"/>
          </ac:spMkLst>
        </pc:spChg>
        <pc:spChg chg="add del mod">
          <ac:chgData name="Muhammad-Adeel Khan" userId="14a85696-0cb2-4c76-9015-4d2e71aefc3f" providerId="ADAL" clId="{B1334F4F-DBD8-4B45-8E5E-28FC9A4F8B18}" dt="2025-11-02T16:59:29.332" v="792" actId="1036"/>
          <ac:spMkLst>
            <pc:docMk/>
            <pc:sldMk cId="4219892256" sldId="258"/>
            <ac:spMk id="36" creationId="{9F2366E9-15EA-B8A6-0F42-25ADE2D12029}"/>
          </ac:spMkLst>
        </pc:spChg>
        <pc:grpChg chg="del">
          <ac:chgData name="Muhammad-Adeel Khan" userId="14a85696-0cb2-4c76-9015-4d2e71aefc3f" providerId="ADAL" clId="{B1334F4F-DBD8-4B45-8E5E-28FC9A4F8B18}" dt="2025-11-02T16:20:38.836" v="130" actId="478"/>
          <ac:grpSpMkLst>
            <pc:docMk/>
            <pc:sldMk cId="4219892256" sldId="258"/>
            <ac:grpSpMk id="45" creationId="{2D6801EE-F008-4136-9911-175328B75029}"/>
          </ac:grpSpMkLst>
        </pc:grpChg>
        <pc:picChg chg="del">
          <ac:chgData name="Muhammad-Adeel Khan" userId="14a85696-0cb2-4c76-9015-4d2e71aefc3f" providerId="ADAL" clId="{B1334F4F-DBD8-4B45-8E5E-28FC9A4F8B18}" dt="2025-11-02T16:20:30.947" v="128" actId="478"/>
          <ac:picMkLst>
            <pc:docMk/>
            <pc:sldMk cId="4219892256" sldId="258"/>
            <ac:picMk id="13" creationId="{3690D3C3-FC26-41C0-89CC-C07DA5186A9E}"/>
          </ac:picMkLst>
        </pc:picChg>
        <pc:cxnChg chg="add mod">
          <ac:chgData name="Muhammad-Adeel Khan" userId="14a85696-0cb2-4c76-9015-4d2e71aefc3f" providerId="ADAL" clId="{B1334F4F-DBD8-4B45-8E5E-28FC9A4F8B18}" dt="2025-11-02T16:37:12.816" v="152" actId="1076"/>
          <ac:cxnSpMkLst>
            <pc:docMk/>
            <pc:sldMk cId="4219892256" sldId="258"/>
            <ac:cxnSpMk id="9" creationId="{3442D9A9-6A3C-E0A8-BB68-ECB4B2087939}"/>
          </ac:cxnSpMkLst>
        </pc:cxnChg>
      </pc:sldChg>
      <pc:sldChg chg="del">
        <pc:chgData name="Muhammad-Adeel Khan" userId="14a85696-0cb2-4c76-9015-4d2e71aefc3f" providerId="ADAL" clId="{B1334F4F-DBD8-4B45-8E5E-28FC9A4F8B18}" dt="2025-11-02T16:49:48.450" v="420" actId="47"/>
        <pc:sldMkLst>
          <pc:docMk/>
          <pc:sldMk cId="2416334217" sldId="259"/>
        </pc:sldMkLst>
      </pc:sldChg>
      <pc:sldChg chg="del">
        <pc:chgData name="Muhammad-Adeel Khan" userId="14a85696-0cb2-4c76-9015-4d2e71aefc3f" providerId="ADAL" clId="{B1334F4F-DBD8-4B45-8E5E-28FC9A4F8B18}" dt="2025-11-02T16:49:51.266" v="421" actId="47"/>
        <pc:sldMkLst>
          <pc:docMk/>
          <pc:sldMk cId="1306429367" sldId="261"/>
        </pc:sldMkLst>
      </pc:sldChg>
      <pc:sldChg chg="del">
        <pc:chgData name="Muhammad-Adeel Khan" userId="14a85696-0cb2-4c76-9015-4d2e71aefc3f" providerId="ADAL" clId="{B1334F4F-DBD8-4B45-8E5E-28FC9A4F8B18}" dt="2025-11-02T16:49:52.363" v="422" actId="47"/>
        <pc:sldMkLst>
          <pc:docMk/>
          <pc:sldMk cId="2648148327" sldId="265"/>
        </pc:sldMkLst>
      </pc:sldChg>
      <pc:sldChg chg="del">
        <pc:chgData name="Muhammad-Adeel Khan" userId="14a85696-0cb2-4c76-9015-4d2e71aefc3f" providerId="ADAL" clId="{B1334F4F-DBD8-4B45-8E5E-28FC9A4F8B18}" dt="2025-11-02T16:49:54.082" v="423" actId="47"/>
        <pc:sldMkLst>
          <pc:docMk/>
          <pc:sldMk cId="1476598345" sldId="266"/>
        </pc:sldMkLst>
      </pc:sldChg>
      <pc:sldChg chg="modSp mod">
        <pc:chgData name="Muhammad-Adeel Khan" userId="14a85696-0cb2-4c76-9015-4d2e71aefc3f" providerId="ADAL" clId="{B1334F4F-DBD8-4B45-8E5E-28FC9A4F8B18}" dt="2025-11-02T17:23:49.079" v="1139" actId="6549"/>
        <pc:sldMkLst>
          <pc:docMk/>
          <pc:sldMk cId="2953873813" sldId="267"/>
        </pc:sldMkLst>
        <pc:spChg chg="mod">
          <ac:chgData name="Muhammad-Adeel Khan" userId="14a85696-0cb2-4c76-9015-4d2e71aefc3f" providerId="ADAL" clId="{B1334F4F-DBD8-4B45-8E5E-28FC9A4F8B18}" dt="2025-11-02T17:23:49.079" v="1139" actId="6549"/>
          <ac:spMkLst>
            <pc:docMk/>
            <pc:sldMk cId="2953873813" sldId="267"/>
            <ac:spMk id="6" creationId="{81A34379-934B-ECA7-20A4-0EA76459F4D6}"/>
          </ac:spMkLst>
        </pc:spChg>
      </pc:sldChg>
      <pc:sldChg chg="addSp delSp modSp new mod setBg">
        <pc:chgData name="Muhammad-Adeel Khan" userId="14a85696-0cb2-4c76-9015-4d2e71aefc3f" providerId="ADAL" clId="{B1334F4F-DBD8-4B45-8E5E-28FC9A4F8B18}" dt="2025-11-02T17:11:42.604" v="1020" actId="5793"/>
        <pc:sldMkLst>
          <pc:docMk/>
          <pc:sldMk cId="3845796162" sldId="268"/>
        </pc:sldMkLst>
        <pc:spChg chg="mod">
          <ac:chgData name="Muhammad-Adeel Khan" userId="14a85696-0cb2-4c76-9015-4d2e71aefc3f" providerId="ADAL" clId="{B1334F4F-DBD8-4B45-8E5E-28FC9A4F8B18}" dt="2025-11-02T17:08:33.391" v="890" actId="26606"/>
          <ac:spMkLst>
            <pc:docMk/>
            <pc:sldMk cId="3845796162" sldId="268"/>
            <ac:spMk id="2" creationId="{B34D9ADA-19D9-C19D-A9C8-6EA48DF40809}"/>
          </ac:spMkLst>
        </pc:spChg>
        <pc:spChg chg="add del mod">
          <ac:chgData name="Muhammad-Adeel Khan" userId="14a85696-0cb2-4c76-9015-4d2e71aefc3f" providerId="ADAL" clId="{B1334F4F-DBD8-4B45-8E5E-28FC9A4F8B18}" dt="2025-11-02T17:04:33.398" v="880" actId="22"/>
          <ac:spMkLst>
            <pc:docMk/>
            <pc:sldMk cId="3845796162" sldId="268"/>
            <ac:spMk id="3" creationId="{2FC43B5B-D62F-8068-A723-0820BD470550}"/>
          </ac:spMkLst>
        </pc:spChg>
        <pc:spChg chg="add del">
          <ac:chgData name="Muhammad-Adeel Khan" userId="14a85696-0cb2-4c76-9015-4d2e71aefc3f" providerId="ADAL" clId="{B1334F4F-DBD8-4B45-8E5E-28FC9A4F8B18}" dt="2025-11-02T17:08:33.384" v="889" actId="26606"/>
          <ac:spMkLst>
            <pc:docMk/>
            <pc:sldMk cId="3845796162" sldId="268"/>
            <ac:spMk id="11" creationId="{B51743DF-0AC5-4112-7C88-6A99E18D2EEF}"/>
          </ac:spMkLst>
        </pc:spChg>
        <pc:spChg chg="add del">
          <ac:chgData name="Muhammad-Adeel Khan" userId="14a85696-0cb2-4c76-9015-4d2e71aefc3f" providerId="ADAL" clId="{B1334F4F-DBD8-4B45-8E5E-28FC9A4F8B18}" dt="2025-11-02T17:08:10.035" v="887" actId="26606"/>
          <ac:spMkLst>
            <pc:docMk/>
            <pc:sldMk cId="3845796162" sldId="268"/>
            <ac:spMk id="12" creationId="{022BDE4A-8A20-4A69-9C5A-581C82036A4D}"/>
          </ac:spMkLst>
        </pc:spChg>
        <pc:spChg chg="add del">
          <ac:chgData name="Muhammad-Adeel Khan" userId="14a85696-0cb2-4c76-9015-4d2e71aefc3f" providerId="ADAL" clId="{B1334F4F-DBD8-4B45-8E5E-28FC9A4F8B18}" dt="2025-11-02T17:08:33.384" v="889" actId="26606"/>
          <ac:spMkLst>
            <pc:docMk/>
            <pc:sldMk cId="3845796162" sldId="268"/>
            <ac:spMk id="14" creationId="{99F1FFA9-D672-408C-9220-ADEEC6ABDD09}"/>
          </ac:spMkLst>
        </pc:spChg>
        <pc:spChg chg="add mod">
          <ac:chgData name="Muhammad-Adeel Khan" userId="14a85696-0cb2-4c76-9015-4d2e71aefc3f" providerId="ADAL" clId="{B1334F4F-DBD8-4B45-8E5E-28FC9A4F8B18}" dt="2025-11-02T17:11:42.604" v="1020" actId="5793"/>
          <ac:spMkLst>
            <pc:docMk/>
            <pc:sldMk cId="3845796162" sldId="268"/>
            <ac:spMk id="17" creationId="{8A9AB4A5-400F-E297-71A2-67F623D48246}"/>
          </ac:spMkLst>
        </pc:spChg>
        <pc:picChg chg="add mod ord">
          <ac:chgData name="Muhammad-Adeel Khan" userId="14a85696-0cb2-4c76-9015-4d2e71aefc3f" providerId="ADAL" clId="{B1334F4F-DBD8-4B45-8E5E-28FC9A4F8B18}" dt="2025-11-02T17:09:23.266" v="898" actId="14100"/>
          <ac:picMkLst>
            <pc:docMk/>
            <pc:sldMk cId="3845796162" sldId="268"/>
            <ac:picMk id="5" creationId="{E48456C2-A621-4FD7-159F-C339CF210B06}"/>
          </ac:picMkLst>
        </pc:picChg>
        <pc:picChg chg="add mod">
          <ac:chgData name="Muhammad-Adeel Khan" userId="14a85696-0cb2-4c76-9015-4d2e71aefc3f" providerId="ADAL" clId="{B1334F4F-DBD8-4B45-8E5E-28FC9A4F8B18}" dt="2025-11-02T17:09:12.449" v="895" actId="14100"/>
          <ac:picMkLst>
            <pc:docMk/>
            <pc:sldMk cId="3845796162" sldId="268"/>
            <ac:picMk id="7" creationId="{4E19F5F8-9FA6-ECA8-D1DB-4E36076145DA}"/>
          </ac:picMkLst>
        </pc:picChg>
        <pc:cxnChg chg="add">
          <ac:chgData name="Muhammad-Adeel Khan" userId="14a85696-0cb2-4c76-9015-4d2e71aefc3f" providerId="ADAL" clId="{B1334F4F-DBD8-4B45-8E5E-28FC9A4F8B18}" dt="2025-11-02T17:08:33.391" v="890" actId="26606"/>
          <ac:cxnSpMkLst>
            <pc:docMk/>
            <pc:sldMk cId="3845796162" sldId="268"/>
            <ac:cxnSpMk id="16" creationId="{1503BFE4-729B-D9D0-C17B-501E6AF1127A}"/>
          </ac:cxnSpMkLst>
        </pc:cxnChg>
      </pc:sldChg>
      <pc:sldChg chg="modSp new del mod">
        <pc:chgData name="Muhammad-Adeel Khan" userId="14a85696-0cb2-4c76-9015-4d2e71aefc3f" providerId="ADAL" clId="{B1334F4F-DBD8-4B45-8E5E-28FC9A4F8B18}" dt="2025-11-02T17:13:51.680" v="1102" actId="47"/>
        <pc:sldMkLst>
          <pc:docMk/>
          <pc:sldMk cId="3571088875" sldId="269"/>
        </pc:sldMkLst>
        <pc:spChg chg="mod">
          <ac:chgData name="Muhammad-Adeel Khan" userId="14a85696-0cb2-4c76-9015-4d2e71aefc3f" providerId="ADAL" clId="{B1334F4F-DBD8-4B45-8E5E-28FC9A4F8B18}" dt="2025-11-02T17:13:34.587" v="1101" actId="113"/>
          <ac:spMkLst>
            <pc:docMk/>
            <pc:sldMk cId="3571088875" sldId="269"/>
            <ac:spMk id="2" creationId="{83EA9A18-A1F2-F2DC-C7EA-2B80DEC3D03D}"/>
          </ac:spMkLst>
        </pc:spChg>
      </pc:sldChg>
      <pc:sldChg chg="delSp modSp add mod">
        <pc:chgData name="Muhammad-Adeel Khan" userId="14a85696-0cb2-4c76-9015-4d2e71aefc3f" providerId="ADAL" clId="{B1334F4F-DBD8-4B45-8E5E-28FC9A4F8B18}" dt="2025-11-02T17:23:18.517" v="1137" actId="20577"/>
        <pc:sldMkLst>
          <pc:docMk/>
          <pc:sldMk cId="3613461797" sldId="269"/>
        </pc:sldMkLst>
        <pc:spChg chg="mod">
          <ac:chgData name="Muhammad-Adeel Khan" userId="14a85696-0cb2-4c76-9015-4d2e71aefc3f" providerId="ADAL" clId="{B1334F4F-DBD8-4B45-8E5E-28FC9A4F8B18}" dt="2025-11-02T17:23:18.517" v="1137" actId="20577"/>
          <ac:spMkLst>
            <pc:docMk/>
            <pc:sldMk cId="3613461797" sldId="269"/>
            <ac:spMk id="2" creationId="{2F786096-C889-AD67-A0F8-1F07C187F733}"/>
          </ac:spMkLst>
        </pc:spChg>
        <pc:spChg chg="mod">
          <ac:chgData name="Muhammad-Adeel Khan" userId="14a85696-0cb2-4c76-9015-4d2e71aefc3f" providerId="ADAL" clId="{B1334F4F-DBD8-4B45-8E5E-28FC9A4F8B18}" dt="2025-11-02T17:14:34.289" v="1127" actId="14100"/>
          <ac:spMkLst>
            <pc:docMk/>
            <pc:sldMk cId="3613461797" sldId="269"/>
            <ac:spMk id="17" creationId="{DFC6B0AB-AD50-C0D1-6CEF-990E62A3C4AD}"/>
          </ac:spMkLst>
        </pc:spChg>
        <pc:picChg chg="del">
          <ac:chgData name="Muhammad-Adeel Khan" userId="14a85696-0cb2-4c76-9015-4d2e71aefc3f" providerId="ADAL" clId="{B1334F4F-DBD8-4B45-8E5E-28FC9A4F8B18}" dt="2025-11-02T17:14:04.145" v="1105" actId="478"/>
          <ac:picMkLst>
            <pc:docMk/>
            <pc:sldMk cId="3613461797" sldId="269"/>
            <ac:picMk id="5" creationId="{2EFB52B3-A4F8-A1A9-0BDB-48E6B04B8365}"/>
          </ac:picMkLst>
        </pc:picChg>
        <pc:picChg chg="del">
          <ac:chgData name="Muhammad-Adeel Khan" userId="14a85696-0cb2-4c76-9015-4d2e71aefc3f" providerId="ADAL" clId="{B1334F4F-DBD8-4B45-8E5E-28FC9A4F8B18}" dt="2025-11-02T17:14:03.537" v="1104" actId="478"/>
          <ac:picMkLst>
            <pc:docMk/>
            <pc:sldMk cId="3613461797" sldId="269"/>
            <ac:picMk id="7" creationId="{34C83AC9-E6E1-4283-58D9-B04DB5623841}"/>
          </ac:picMkLst>
        </pc:picChg>
      </pc:sldChg>
      <pc:sldChg chg="new del">
        <pc:chgData name="Muhammad-Adeel Khan" userId="14a85696-0cb2-4c76-9015-4d2e71aefc3f" providerId="ADAL" clId="{B1334F4F-DBD8-4B45-8E5E-28FC9A4F8B18}" dt="2025-11-02T17:23:52.471" v="1140" actId="47"/>
        <pc:sldMkLst>
          <pc:docMk/>
          <pc:sldMk cId="811625787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125F-1021-457C-B110-6CB02C312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02648-C876-4E7B-8D96-24ED39E3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1508-4A29-4E8E-A9AF-83C51897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9E3A2-BA43-43E0-A5F4-03117833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27DF7-473B-45A8-B5CA-55981C02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6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22B1-99A4-4EC2-A973-2B33341D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C6ED6-4505-47CD-BE70-8F77B358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249F1-3F69-4CD5-A293-7B67187D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ABA4-6F09-47FB-AA67-BBCCBADE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85EC1-E86E-467E-AB3D-D7D3CFDB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E6DF-0F22-40E6-A0AA-D440105A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5FDAC-84E1-453B-9DB7-A587BA3E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74100-B4C3-4A9C-9E5C-28F81596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5459A-3903-47A0-8987-DADFA2D3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D643F-B475-401E-9F2B-7B6B2AFF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5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9357-37ED-437F-A2EA-310477F5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8330-0ECF-440A-B50A-73D6C0D17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FE8F1-4FF3-4109-95C1-7A81F858F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CB7C2-E5ED-464D-9029-24BE4836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B4A9E-5FE6-45D3-BD45-6814854E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87C3B-DD1A-4612-B998-C5AFB165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6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E9FC-C8BD-410B-8B3D-6C6BE11B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FFF08-F88E-44CD-B811-7744AE1B6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E9936-B053-4583-BF37-8395BAA77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09311-816B-48DC-8FA1-109DBFBC7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52487-5D3E-41D0-8FCD-DD46F1E6B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7D633-8C22-4835-A60F-499B69A3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D167DB-A5AA-4F3B-8518-565B7A4E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835B3-63E5-4CCC-8C5A-36781C00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8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3277-F25C-4683-B549-7C0BF845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6391D-D03A-4247-8A1C-07D74C50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027B9-1240-4DF0-B9BF-5BA95042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EE2A0-B4C9-455E-8A35-EC0326FD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3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5535A-6A8B-48E0-AB2C-3173F4F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52478-DA81-4728-8480-D9384AA9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3D57A-44DB-41B8-8318-0ACAB1DA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43BB-328E-40B5-B882-1C809DB7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0A30-D71D-4AE9-9DD5-ACBCCEB47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6988F-B149-4D67-BA50-6ACD83DCD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3D384-0CF1-432F-BEFE-6DA9E166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C8CBC-F327-43A6-97A6-3A0EC00F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7906F-A7E7-461A-A1A5-50D3CD29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3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EE8A-DB85-464F-BB1F-43797054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08274-217E-42F0-B94C-DF0E4E8B4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ECC40-B3AC-4492-B019-85A109E4B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9E9A0-6D45-4CEB-B184-94371922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FC188-5001-4F9F-A8E7-EF2AED79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F86B7-B6ED-4404-8578-2BE9B6AF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9B15-DCB8-44AE-B8A1-6D497F9C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EEC88-26A6-40D2-9A0B-80A69BD1E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04B35-12E7-4536-94C9-DE06D962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58919-CD02-4CF4-BF98-89143CF8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1001-967C-4678-8AFB-FC616E7F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DCD87-D351-4DB3-8FD4-A2678AC94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E1A12-EDFE-4419-BF01-C625C4375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A09E-A507-4A17-BC96-58614916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F53F8-2274-4A83-83EF-51D48B8C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D0776-270F-4F1A-816A-0A4B9FEE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7369B-8598-4087-BAF0-83A1B085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5E31F-A688-4175-9F8E-272EA3958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CB1BD-D038-466C-A668-A22794267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F11DD-50C9-49EF-93A0-92A67641537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76504-B126-431A-B0FC-8A922DAC8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78BEC-3CF1-40E7-A583-201F8AFED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F3DDD-69A8-4364-84E0-98780C547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9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5FD193-BA30-4C09-9EDE-83052B749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337" y="1700853"/>
            <a:ext cx="3456293" cy="3456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3DA8F-77CE-4108-AA64-B2DD200E4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690" y="126547"/>
            <a:ext cx="4183262" cy="1843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882510D-E1F5-41BC-A3DC-52EEA1797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699" y="477378"/>
            <a:ext cx="3079348" cy="1141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4773E8-BD42-4B33-96D3-817B7B7D0C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206" y="308194"/>
            <a:ext cx="1479703" cy="14797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02B397-A1EA-4311-B810-D6501116477B}"/>
              </a:ext>
            </a:extLst>
          </p:cNvPr>
          <p:cNvSpPr txBox="1"/>
          <p:nvPr/>
        </p:nvSpPr>
        <p:spPr>
          <a:xfrm>
            <a:off x="4656842" y="3902908"/>
            <a:ext cx="2582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>
                <a:effectLst/>
                <a:latin typeface="YAFdJjTk5UU_0"/>
              </a:rPr>
              <a:t>Sneaky Squirrel Team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Karam DALI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Melchior BAUDOIN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Muhammed-Adeel KHAN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Julien NOIREAUX-FATTAZ</a:t>
            </a:r>
            <a:endParaRPr lang="en-US">
              <a:effectLst/>
              <a:latin typeface="YAFdJjTk5UU_0"/>
            </a:endParaRPr>
          </a:p>
          <a:p>
            <a:pPr algn="ctr"/>
            <a:r>
              <a:rPr lang="en-US" b="0" i="0">
                <a:effectLst/>
                <a:latin typeface="YAFdJjTk5UU_0"/>
              </a:rPr>
              <a:t>Zakaria LATRECHE​</a:t>
            </a:r>
            <a:endParaRPr lang="en-US">
              <a:effectLst/>
              <a:latin typeface="YAFdJjTk5UU_0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8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D81D0-E782-7F24-85D3-82983173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A109-660A-A74C-6CA8-E453096A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Table of Content :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0081D6B8-A5AD-2AFB-A765-34426DB3C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64A85-ED74-7907-F123-2F702AA34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34379-934B-ECA7-20A4-0EA76459F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Previous Progress</a:t>
            </a:r>
          </a:p>
          <a:p>
            <a:r>
              <a:rPr lang="en-US" b="1"/>
              <a:t>Mechanical Design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5387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D3E8D9-0C5A-35DF-3AC1-35C4C61E6ED0}"/>
              </a:ext>
            </a:extLst>
          </p:cNvPr>
          <p:cNvSpPr/>
          <p:nvPr/>
        </p:nvSpPr>
        <p:spPr>
          <a:xfrm>
            <a:off x="0" y="0"/>
            <a:ext cx="5213131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4E494-7D95-499E-A5E1-A52CA4AE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689" y="2766218"/>
            <a:ext cx="4122683" cy="1325563"/>
          </a:xfrm>
        </p:spPr>
        <p:txBody>
          <a:bodyPr>
            <a:normAutofit/>
          </a:bodyPr>
          <a:lstStyle/>
          <a:p>
            <a:r>
              <a:rPr lang="en-US" sz="3600" b="1">
                <a:latin typeface="+mn-lt"/>
              </a:rPr>
              <a:t>Previous Progress</a:t>
            </a:r>
            <a:endParaRPr lang="en-US" sz="3600">
              <a:latin typeface="+mn-lt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88DC3D42-4C8C-4E80-9A33-D3DCC3C02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72" y="5833493"/>
            <a:ext cx="1514518" cy="659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BDDCB8-5499-4A9E-876E-10A7C28BD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39" y="5833493"/>
            <a:ext cx="659381" cy="65938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42D9A9-6A3C-E0A8-BB68-ECB4B2087939}"/>
              </a:ext>
            </a:extLst>
          </p:cNvPr>
          <p:cNvCxnSpPr>
            <a:cxnSpLocks/>
          </p:cNvCxnSpPr>
          <p:nvPr/>
        </p:nvCxnSpPr>
        <p:spPr>
          <a:xfrm>
            <a:off x="6854611" y="672662"/>
            <a:ext cx="0" cy="457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53B9496-06A5-2A67-9338-27842E3A74FF}"/>
              </a:ext>
            </a:extLst>
          </p:cNvPr>
          <p:cNvSpPr/>
          <p:nvPr/>
        </p:nvSpPr>
        <p:spPr>
          <a:xfrm>
            <a:off x="6760020" y="966954"/>
            <a:ext cx="187313" cy="1891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6197E94-1F6A-6D31-1236-A6280F8A60BB}"/>
              </a:ext>
            </a:extLst>
          </p:cNvPr>
          <p:cNvSpPr/>
          <p:nvPr/>
        </p:nvSpPr>
        <p:spPr>
          <a:xfrm>
            <a:off x="6760017" y="2243834"/>
            <a:ext cx="187313" cy="1891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18A34C-3068-3EDF-A515-4BA198356E74}"/>
              </a:ext>
            </a:extLst>
          </p:cNvPr>
          <p:cNvSpPr/>
          <p:nvPr/>
        </p:nvSpPr>
        <p:spPr>
          <a:xfrm>
            <a:off x="6760017" y="3520714"/>
            <a:ext cx="187313" cy="1891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EA123FF-00E4-549D-E84C-2F212BBC896D}"/>
              </a:ext>
            </a:extLst>
          </p:cNvPr>
          <p:cNvSpPr/>
          <p:nvPr/>
        </p:nvSpPr>
        <p:spPr>
          <a:xfrm>
            <a:off x="6760946" y="4797594"/>
            <a:ext cx="187313" cy="1891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D33E57-6F95-A769-5894-3E5A90F6CDC7}"/>
              </a:ext>
            </a:extLst>
          </p:cNvPr>
          <p:cNvSpPr txBox="1"/>
          <p:nvPr/>
        </p:nvSpPr>
        <p:spPr>
          <a:xfrm>
            <a:off x="7135620" y="753364"/>
            <a:ext cx="3879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Initial Rules Discussions , Teams Management, Roles Distribution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8174A8-EECB-C810-9244-28648BE3A632}"/>
              </a:ext>
            </a:extLst>
          </p:cNvPr>
          <p:cNvSpPr txBox="1"/>
          <p:nvPr/>
        </p:nvSpPr>
        <p:spPr>
          <a:xfrm>
            <a:off x="7135619" y="1990471"/>
            <a:ext cx="3879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Setup the GitHub fork, First 3D Concept, Discussion on the Strategies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6BF43A-D9FF-330B-7BAB-81EBF42B4AB3}"/>
              </a:ext>
            </a:extLst>
          </p:cNvPr>
          <p:cNvSpPr txBox="1"/>
          <p:nvPr/>
        </p:nvSpPr>
        <p:spPr>
          <a:xfrm>
            <a:off x="7135618" y="3136719"/>
            <a:ext cx="3879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Initialize the Components Discussion, Grabbing Mechanism, Technical Challenges, System Architecture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2366E9-15EA-B8A6-0F42-25ADE2D12029}"/>
              </a:ext>
            </a:extLst>
          </p:cNvPr>
          <p:cNvSpPr txBox="1"/>
          <p:nvPr/>
        </p:nvSpPr>
        <p:spPr>
          <a:xfrm>
            <a:off x="7168276" y="4423943"/>
            <a:ext cx="3879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System Architecture and Algorithmic Flow, Electronic Components, Project Management  </a:t>
            </a:r>
          </a:p>
        </p:txBody>
      </p:sp>
    </p:spTree>
    <p:extLst>
      <p:ext uri="{BB962C8B-B14F-4D97-AF65-F5344CB8AC3E}">
        <p14:creationId xmlns:p14="http://schemas.microsoft.com/office/powerpoint/2010/main" val="421989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9ADA-19D9-C19D-A9C8-6EA48DF4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5334000" cy="1402470"/>
          </a:xfrm>
        </p:spPr>
        <p:txBody>
          <a:bodyPr anchor="t">
            <a:normAutofit/>
          </a:bodyPr>
          <a:lstStyle/>
          <a:p>
            <a:r>
              <a:rPr lang="en-US" sz="3200" b="1">
                <a:latin typeface="+mn-lt"/>
              </a:rPr>
              <a:t>Mechanical Grabbing Mechanisms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A9AB4A5-400F-E297-71A2-67F623D48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334000" cy="3591207"/>
          </a:xfrm>
        </p:spPr>
        <p:txBody>
          <a:bodyPr>
            <a:normAutofit/>
          </a:bodyPr>
          <a:lstStyle/>
          <a:p>
            <a:r>
              <a:rPr lang="en-US" sz="2000"/>
              <a:t>Efficiency </a:t>
            </a:r>
          </a:p>
          <a:p>
            <a:r>
              <a:rPr lang="en-US" sz="2000"/>
              <a:t>Grabbing strength </a:t>
            </a:r>
          </a:p>
          <a:p>
            <a:r>
              <a:rPr lang="en-US" sz="2000"/>
              <a:t>Smooth operation</a:t>
            </a:r>
          </a:p>
          <a:p>
            <a:r>
              <a:rPr lang="en-US" sz="2000"/>
              <a:t>Easy to manufacture </a:t>
            </a:r>
          </a:p>
          <a:p>
            <a:r>
              <a:rPr lang="en-US" sz="2000"/>
              <a:t>Failure chances 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7" name="Picture 6" descr="A blue and red gear on a grey metal piece&#10;&#10;AI-generated content may be incorrect.">
            <a:extLst>
              <a:ext uri="{FF2B5EF4-FFF2-40B4-BE49-F238E27FC236}">
                <a16:creationId xmlns:a16="http://schemas.microsoft.com/office/drawing/2014/main" id="{4E19F5F8-9FA6-ECA8-D1DB-4E360761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91" r="-1" b="-1"/>
          <a:stretch>
            <a:fillRect/>
          </a:stretch>
        </p:blipFill>
        <p:spPr>
          <a:xfrm>
            <a:off x="6306467" y="124771"/>
            <a:ext cx="4845009" cy="3187028"/>
          </a:xfrm>
          <a:prstGeom prst="rect">
            <a:avLst/>
          </a:prstGeom>
        </p:spPr>
      </p:pic>
      <p:pic>
        <p:nvPicPr>
          <p:cNvPr id="5" name="Content Placeholder 4" descr="A grey metal object with two legs&#10;&#10;AI-generated content may be incorrect.">
            <a:extLst>
              <a:ext uri="{FF2B5EF4-FFF2-40B4-BE49-F238E27FC236}">
                <a16:creationId xmlns:a16="http://schemas.microsoft.com/office/drawing/2014/main" id="{E48456C2-A621-4FD7-159F-C339CF210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6" r="-1" b="-1"/>
          <a:stretch>
            <a:fillRect/>
          </a:stretch>
        </p:blipFill>
        <p:spPr>
          <a:xfrm>
            <a:off x="6306467" y="3311799"/>
            <a:ext cx="4845009" cy="318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9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3D98A2-9A82-3F09-3DE4-7F557B5D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5334000" cy="1402470"/>
          </a:xfrm>
        </p:spPr>
        <p:txBody>
          <a:bodyPr anchor="t">
            <a:normAutofit/>
          </a:bodyPr>
          <a:lstStyle/>
          <a:p>
            <a:r>
              <a:rPr lang="en-US" sz="3200" b="1">
                <a:latin typeface="+mn-lt"/>
                <a:ea typeface="Calibri"/>
                <a:cs typeface="Calibri"/>
              </a:rPr>
              <a:t>Radar System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9C146E-5987-04C5-2082-D9DAD8367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F89266-244E-8C66-97DD-9DBCAC42E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242" y="1836737"/>
            <a:ext cx="8487063" cy="4535344"/>
          </a:xfrm>
          <a:prstGeom prst="rect">
            <a:avLst/>
          </a:prstGeom>
        </p:spPr>
      </p:pic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36AAACF-0E3A-A709-4D58-AAEE9A76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586" y="1836738"/>
            <a:ext cx="2492375" cy="3426980"/>
          </a:xfrm>
          <a:prstGeom prst="rect">
            <a:avLst/>
          </a:prstGeom>
        </p:spPr>
      </p:pic>
      <p:pic>
        <p:nvPicPr>
          <p:cNvPr id="11" name="Picture 10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790D5685-70AC-97C0-BEE9-5CD17FD4F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489" y="2130425"/>
            <a:ext cx="643660" cy="530514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7BB0F75-4C8D-8E7C-491B-F4CEFDAA6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770" y="2952750"/>
            <a:ext cx="486641" cy="479137"/>
          </a:xfrm>
          <a:prstGeom prst="rect">
            <a:avLst/>
          </a:prstGeom>
        </p:spPr>
      </p:pic>
      <p:pic>
        <p:nvPicPr>
          <p:cNvPr id="13" name="Picture 12" descr="A to do list with black dots and a black text&#10;&#10;AI-generated content may be incorrect.">
            <a:extLst>
              <a:ext uri="{FF2B5EF4-FFF2-40B4-BE49-F238E27FC236}">
                <a16:creationId xmlns:a16="http://schemas.microsoft.com/office/drawing/2014/main" id="{C1C3AD2D-BA6D-2120-69BE-27184B07F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466" y="3913620"/>
            <a:ext cx="725343" cy="102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7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FB459-8732-EFBD-AC62-03D4C2306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6096-C889-AD67-A0F8-1F07C187F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9769366" cy="1111178"/>
          </a:xfrm>
        </p:spPr>
        <p:txBody>
          <a:bodyPr anchor="t">
            <a:normAutofit/>
          </a:bodyPr>
          <a:lstStyle/>
          <a:p>
            <a:r>
              <a:rPr lang="en-US" sz="3200" b="1">
                <a:latin typeface="+mn-lt"/>
              </a:rPr>
              <a:t>Next Week Meeting Agenda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171B0D-AD52-E862-85D5-F1D52F2D2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DFC6B0AB-AD50-C0D1-6CEF-990E62A3C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81352"/>
            <a:ext cx="10221310" cy="42610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1346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0" ma:contentTypeDescription="Create a new document." ma:contentTypeScope="" ma:versionID="39acb0fd59ceef73140fa90f967ca894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88e20f795efccbf66631ce9d2276e9c8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ac87ed-341a-483e-a6d6-bc52b8c57f8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98B011-45A8-4FC0-9053-83C554558A36}">
  <ds:schemaRefs>
    <ds:schemaRef ds:uri="6362ed64-5462-414c-9803-0603109fd2d2"/>
    <ds:schemaRef ds:uri="d130cb11-9037-4762-b78b-51c9d498595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BD4360-B255-4A45-9234-AB7766A792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E04B4D-3A2C-48DF-9A45-B65D4F080CA6}">
  <ds:schemaRefs>
    <ds:schemaRef ds:uri="6362ed64-5462-414c-9803-0603109fd2d2"/>
    <ds:schemaRef ds:uri="d130cb11-9037-4762-b78b-51c9d4985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21e9783-d0a0-48f8-850e-0b081b46d788}" enabled="0" method="" siteId="{e21e9783-d0a0-48f8-850e-0b081b46d78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Table of Content :</vt:lpstr>
      <vt:lpstr>Previous Progress</vt:lpstr>
      <vt:lpstr>Mechanical Grabbing Mechanisms </vt:lpstr>
      <vt:lpstr>Radar System</vt:lpstr>
      <vt:lpstr>Next Week Meeting Agenda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Karam Dali</dc:creator>
  <cp:revision>1</cp:revision>
  <dcterms:created xsi:type="dcterms:W3CDTF">2025-10-21T20:39:28Z</dcterms:created>
  <dcterms:modified xsi:type="dcterms:W3CDTF">2025-11-02T17:45:33Z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  <property fmtid="{D5CDD505-2E9C-101B-9397-08002B2CF9AE}" pid="3" name="MediaServiceImageTags">
    <vt:lpwstr/>
  </property>
</Properties>
</file>