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60" r:id="rId6"/>
    <p:sldId id="262" r:id="rId7"/>
    <p:sldId id="266" r:id="rId8"/>
    <p:sldId id="264" r:id="rId9"/>
    <p:sldId id="263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4D84"/>
    <a:srgbClr val="00AD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A763D6-391F-4883-8DD8-741FAB0075DB}" v="8" dt="2025-10-17T06:30:46.665"/>
    <p1510:client id="{1AEB9E16-91F0-C419-4EFF-A0308440EB3D}" v="141" dt="2025-10-16T18:23:49.903"/>
    <p1510:client id="{3E6F2D4C-1F91-4670-A232-39CE96419308}" v="186" dt="2025-10-17T06:43:47.030"/>
    <p1510:client id="{7BFFF246-0CF6-92E6-5648-D2F4F6335AB9}" v="193" dt="2025-10-17T06:56:11.201"/>
    <p1510:client id="{A326160C-8514-687E-1868-D446F550E943}" v="31" dt="2025-10-16T19:04:31.555"/>
    <p1510:client id="{DF9EEB32-7341-AAAE-198B-6EBF2D803759}" v="482" dt="2025-10-17T06:28:52.42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akaria Latreche" userId="S::zakaria.latreche@etu.univ-smb.fr::19793422-f3ec-4eb4-b44a-baf1c0985a7a" providerId="AD" clId="Web-{1AEB9E16-91F0-C419-4EFF-A0308440EB3D}"/>
    <pc:docChg chg="addSld delSld modSld">
      <pc:chgData name="Zakaria Latreche" userId="S::zakaria.latreche@etu.univ-smb.fr::19793422-f3ec-4eb4-b44a-baf1c0985a7a" providerId="AD" clId="Web-{1AEB9E16-91F0-C419-4EFF-A0308440EB3D}" dt="2025-10-16T18:23:49.903" v="77"/>
      <pc:docMkLst>
        <pc:docMk/>
      </pc:docMkLst>
      <pc:sldChg chg="delSp modSp">
        <pc:chgData name="Zakaria Latreche" userId="S::zakaria.latreche@etu.univ-smb.fr::19793422-f3ec-4eb4-b44a-baf1c0985a7a" providerId="AD" clId="Web-{1AEB9E16-91F0-C419-4EFF-A0308440EB3D}" dt="2025-10-16T18:23:40.137" v="72"/>
        <pc:sldMkLst>
          <pc:docMk/>
          <pc:sldMk cId="1568806784" sldId="262"/>
        </pc:sldMkLst>
        <pc:spChg chg="mod">
          <ac:chgData name="Zakaria Latreche" userId="S::zakaria.latreche@etu.univ-smb.fr::19793422-f3ec-4eb4-b44a-baf1c0985a7a" providerId="AD" clId="Web-{1AEB9E16-91F0-C419-4EFF-A0308440EB3D}" dt="2025-10-16T18:23:35.152" v="71" actId="20577"/>
          <ac:spMkLst>
            <pc:docMk/>
            <pc:sldMk cId="1568806784" sldId="262"/>
            <ac:spMk id="4" creationId="{69034C20-761C-AF0F-7C2A-8B42BA5B24A6}"/>
          </ac:spMkLst>
        </pc:spChg>
        <pc:picChg chg="del">
          <ac:chgData name="Zakaria Latreche" userId="S::zakaria.latreche@etu.univ-smb.fr::19793422-f3ec-4eb4-b44a-baf1c0985a7a" providerId="AD" clId="Web-{1AEB9E16-91F0-C419-4EFF-A0308440EB3D}" dt="2025-10-16T18:23:40.137" v="72"/>
          <ac:picMkLst>
            <pc:docMk/>
            <pc:sldMk cId="1568806784" sldId="262"/>
            <ac:picMk id="32" creationId="{B02FF143-10DB-951C-E36E-F648A5EF038B}"/>
          </ac:picMkLst>
        </pc:picChg>
      </pc:sldChg>
      <pc:sldChg chg="delSp add del">
        <pc:chgData name="Zakaria Latreche" userId="S::zakaria.latreche@etu.univ-smb.fr::19793422-f3ec-4eb4-b44a-baf1c0985a7a" providerId="AD" clId="Web-{1AEB9E16-91F0-C419-4EFF-A0308440EB3D}" dt="2025-10-16T18:23:49.903" v="77"/>
        <pc:sldMkLst>
          <pc:docMk/>
          <pc:sldMk cId="2345282064" sldId="263"/>
        </pc:sldMkLst>
        <pc:picChg chg="del">
          <ac:chgData name="Zakaria Latreche" userId="S::zakaria.latreche@etu.univ-smb.fr::19793422-f3ec-4eb4-b44a-baf1c0985a7a" providerId="AD" clId="Web-{1AEB9E16-91F0-C419-4EFF-A0308440EB3D}" dt="2025-10-16T18:23:49.903" v="77"/>
          <ac:picMkLst>
            <pc:docMk/>
            <pc:sldMk cId="2345282064" sldId="263"/>
            <ac:picMk id="32" creationId="{3F0D1D00-8941-0D1D-B380-E841EC5221DD}"/>
          </ac:picMkLst>
        </pc:picChg>
      </pc:sldChg>
      <pc:sldChg chg="delSp">
        <pc:chgData name="Zakaria Latreche" userId="S::zakaria.latreche@etu.univ-smb.fr::19793422-f3ec-4eb4-b44a-baf1c0985a7a" providerId="AD" clId="Web-{1AEB9E16-91F0-C419-4EFF-A0308440EB3D}" dt="2025-10-16T18:23:42.293" v="73"/>
        <pc:sldMkLst>
          <pc:docMk/>
          <pc:sldMk cId="4121081686" sldId="264"/>
        </pc:sldMkLst>
        <pc:picChg chg="del">
          <ac:chgData name="Zakaria Latreche" userId="S::zakaria.latreche@etu.univ-smb.fr::19793422-f3ec-4eb4-b44a-baf1c0985a7a" providerId="AD" clId="Web-{1AEB9E16-91F0-C419-4EFF-A0308440EB3D}" dt="2025-10-16T18:23:42.293" v="73"/>
          <ac:picMkLst>
            <pc:docMk/>
            <pc:sldMk cId="4121081686" sldId="264"/>
            <ac:picMk id="32" creationId="{378A6260-DDB3-CD53-3E87-E951ADFD3FAA}"/>
          </ac:picMkLst>
        </pc:picChg>
      </pc:sldChg>
      <pc:sldChg chg="addSp delSp modSp">
        <pc:chgData name="Zakaria Latreche" userId="S::zakaria.latreche@etu.univ-smb.fr::19793422-f3ec-4eb4-b44a-baf1c0985a7a" providerId="AD" clId="Web-{1AEB9E16-91F0-C419-4EFF-A0308440EB3D}" dt="2025-10-16T18:23:48.184" v="76"/>
        <pc:sldMkLst>
          <pc:docMk/>
          <pc:sldMk cId="1949247111" sldId="265"/>
        </pc:sldMkLst>
        <pc:graphicFrameChg chg="add mod modGraphic">
          <ac:chgData name="Zakaria Latreche" userId="S::zakaria.latreche@etu.univ-smb.fr::19793422-f3ec-4eb4-b44a-baf1c0985a7a" providerId="AD" clId="Web-{1AEB9E16-91F0-C419-4EFF-A0308440EB3D}" dt="2025-10-16T18:18:43.431" v="35"/>
          <ac:graphicFrameMkLst>
            <pc:docMk/>
            <pc:sldMk cId="1949247111" sldId="265"/>
            <ac:graphicFrameMk id="5" creationId="{19EDA216-EFFB-1CAA-977F-F897F2077A26}"/>
          </ac:graphicFrameMkLst>
        </pc:graphicFrameChg>
        <pc:picChg chg="del">
          <ac:chgData name="Zakaria Latreche" userId="S::zakaria.latreche@etu.univ-smb.fr::19793422-f3ec-4eb4-b44a-baf1c0985a7a" providerId="AD" clId="Web-{1AEB9E16-91F0-C419-4EFF-A0308440EB3D}" dt="2025-10-16T18:23:48.184" v="76"/>
          <ac:picMkLst>
            <pc:docMk/>
            <pc:sldMk cId="1949247111" sldId="265"/>
            <ac:picMk id="32" creationId="{9FE11388-F4B5-4CF5-891D-0A8DE717206F}"/>
          </ac:picMkLst>
        </pc:picChg>
      </pc:sldChg>
    </pc:docChg>
  </pc:docChgLst>
  <pc:docChgLst>
    <pc:chgData name="Melchior Baudoin" userId="S::melchior.baudoin@etu.univ-smb.fr::9c4cfe15-585b-49c9-a20e-9e085d8cacfb" providerId="AD" clId="Web-{A326160C-8514-687E-1868-D446F550E943}"/>
    <pc:docChg chg="modSld">
      <pc:chgData name="Melchior Baudoin" userId="S::melchior.baudoin@etu.univ-smb.fr::9c4cfe15-585b-49c9-a20e-9e085d8cacfb" providerId="AD" clId="Web-{A326160C-8514-687E-1868-D446F550E943}" dt="2025-10-16T19:04:31.555" v="28" actId="1076"/>
      <pc:docMkLst>
        <pc:docMk/>
      </pc:docMkLst>
      <pc:sldChg chg="addSp delSp modSp">
        <pc:chgData name="Melchior Baudoin" userId="S::melchior.baudoin@etu.univ-smb.fr::9c4cfe15-585b-49c9-a20e-9e085d8cacfb" providerId="AD" clId="Web-{A326160C-8514-687E-1868-D446F550E943}" dt="2025-10-16T19:04:31.555" v="28" actId="1076"/>
        <pc:sldMkLst>
          <pc:docMk/>
          <pc:sldMk cId="2345282064" sldId="263"/>
        </pc:sldMkLst>
        <pc:picChg chg="add del mod modCrop">
          <ac:chgData name="Melchior Baudoin" userId="S::melchior.baudoin@etu.univ-smb.fr::9c4cfe15-585b-49c9-a20e-9e085d8cacfb" providerId="AD" clId="Web-{A326160C-8514-687E-1868-D446F550E943}" dt="2025-10-16T19:04:29.898" v="27" actId="1076"/>
          <ac:picMkLst>
            <pc:docMk/>
            <pc:sldMk cId="2345282064" sldId="263"/>
            <ac:picMk id="4" creationId="{BE015E49-097B-D348-1E8B-62E83C6E5626}"/>
          </ac:picMkLst>
        </pc:picChg>
        <pc:picChg chg="add mod modCrop">
          <ac:chgData name="Melchior Baudoin" userId="S::melchior.baudoin@etu.univ-smb.fr::9c4cfe15-585b-49c9-a20e-9e085d8cacfb" providerId="AD" clId="Web-{A326160C-8514-687E-1868-D446F550E943}" dt="2025-10-16T19:04:31.555" v="28" actId="1076"/>
          <ac:picMkLst>
            <pc:docMk/>
            <pc:sldMk cId="2345282064" sldId="263"/>
            <ac:picMk id="5" creationId="{4B9636ED-B779-9E4B-A657-5A4CC08C5238}"/>
          </ac:picMkLst>
        </pc:picChg>
      </pc:sldChg>
    </pc:docChg>
  </pc:docChgLst>
  <pc:docChgLst>
    <pc:chgData name="Julien Noireaux-Fattaz" userId="S::julien.noireaux-fattaz@etu.univ-smb.fr::9c141f4e-91fb-4738-9dcb-1cc1347cb075" providerId="AD" clId="Web-{3E6F2D4C-1F91-4670-A232-39CE96419308}"/>
    <pc:docChg chg="modSld">
      <pc:chgData name="Julien Noireaux-Fattaz" userId="S::julien.noireaux-fattaz@etu.univ-smb.fr::9c141f4e-91fb-4738-9dcb-1cc1347cb075" providerId="AD" clId="Web-{3E6F2D4C-1F91-4670-A232-39CE96419308}" dt="2025-10-17T06:43:47.030" v="92" actId="20577"/>
      <pc:docMkLst>
        <pc:docMk/>
      </pc:docMkLst>
      <pc:sldChg chg="modSp">
        <pc:chgData name="Julien Noireaux-Fattaz" userId="S::julien.noireaux-fattaz@etu.univ-smb.fr::9c141f4e-91fb-4738-9dcb-1cc1347cb075" providerId="AD" clId="Web-{3E6F2D4C-1F91-4670-A232-39CE96419308}" dt="2025-10-17T06:41:31.279" v="90" actId="20577"/>
        <pc:sldMkLst>
          <pc:docMk/>
          <pc:sldMk cId="1568806784" sldId="262"/>
        </pc:sldMkLst>
        <pc:spChg chg="mod">
          <ac:chgData name="Julien Noireaux-Fattaz" userId="S::julien.noireaux-fattaz@etu.univ-smb.fr::9c141f4e-91fb-4738-9dcb-1cc1347cb075" providerId="AD" clId="Web-{3E6F2D4C-1F91-4670-A232-39CE96419308}" dt="2025-10-17T06:41:31.279" v="90" actId="20577"/>
          <ac:spMkLst>
            <pc:docMk/>
            <pc:sldMk cId="1568806784" sldId="262"/>
            <ac:spMk id="5" creationId="{993DCD50-B9BF-8A94-193B-90EEE8CA6FC4}"/>
          </ac:spMkLst>
        </pc:spChg>
      </pc:sldChg>
      <pc:sldChg chg="modSp">
        <pc:chgData name="Julien Noireaux-Fattaz" userId="S::julien.noireaux-fattaz@etu.univ-smb.fr::9c141f4e-91fb-4738-9dcb-1cc1347cb075" providerId="AD" clId="Web-{3E6F2D4C-1F91-4670-A232-39CE96419308}" dt="2025-10-17T06:43:47.030" v="92" actId="20577"/>
        <pc:sldMkLst>
          <pc:docMk/>
          <pc:sldMk cId="965228927" sldId="266"/>
        </pc:sldMkLst>
        <pc:spChg chg="mod">
          <ac:chgData name="Julien Noireaux-Fattaz" userId="S::julien.noireaux-fattaz@etu.univ-smb.fr::9c141f4e-91fb-4738-9dcb-1cc1347cb075" providerId="AD" clId="Web-{3E6F2D4C-1F91-4670-A232-39CE96419308}" dt="2025-10-17T06:43:47.030" v="92" actId="20577"/>
          <ac:spMkLst>
            <pc:docMk/>
            <pc:sldMk cId="965228927" sldId="266"/>
            <ac:spMk id="4" creationId="{37013C44-6AEB-4D4D-8756-CF088B37E5FD}"/>
          </ac:spMkLst>
        </pc:spChg>
      </pc:sldChg>
    </pc:docChg>
  </pc:docChgLst>
  <pc:docChgLst>
    <pc:chgData name="Julien Noireaux-Fattaz" userId="S::julien.noireaux-fattaz@etu.univ-smb.fr::9c141f4e-91fb-4738-9dcb-1cc1347cb075" providerId="AD" clId="Web-{605B4C4B-54DB-4FC5-B874-DB958784164E}"/>
    <pc:docChg chg="addSld modSld sldOrd">
      <pc:chgData name="Julien Noireaux-Fattaz" userId="S::julien.noireaux-fattaz@etu.univ-smb.fr::9c141f4e-91fb-4738-9dcb-1cc1347cb075" providerId="AD" clId="Web-{605B4C4B-54DB-4FC5-B874-DB958784164E}" dt="2025-09-29T06:54:10.235" v="251" actId="1076"/>
      <pc:docMkLst>
        <pc:docMk/>
      </pc:docMkLst>
      <pc:sldChg chg="addSp modSp">
        <pc:chgData name="Julien Noireaux-Fattaz" userId="S::julien.noireaux-fattaz@etu.univ-smb.fr::9c141f4e-91fb-4738-9dcb-1cc1347cb075" providerId="AD" clId="Web-{605B4C4B-54DB-4FC5-B874-DB958784164E}" dt="2025-09-29T06:54:10.235" v="251" actId="1076"/>
        <pc:sldMkLst>
          <pc:docMk/>
          <pc:sldMk cId="3315227987" sldId="256"/>
        </pc:sldMkLst>
        <pc:spChg chg="mod">
          <ac:chgData name="Julien Noireaux-Fattaz" userId="S::julien.noireaux-fattaz@etu.univ-smb.fr::9c141f4e-91fb-4738-9dcb-1cc1347cb075" providerId="AD" clId="Web-{605B4C4B-54DB-4FC5-B874-DB958784164E}" dt="2025-09-29T06:24:35.402" v="42" actId="20577"/>
          <ac:spMkLst>
            <pc:docMk/>
            <pc:sldMk cId="3315227987" sldId="256"/>
            <ac:spMk id="2" creationId="{BF0C7CC5-3E56-885B-5FE1-EFD584C8D0CA}"/>
          </ac:spMkLst>
        </pc:spChg>
        <pc:spChg chg="add mod">
          <ac:chgData name="Julien Noireaux-Fattaz" userId="S::julien.noireaux-fattaz@etu.univ-smb.fr::9c141f4e-91fb-4738-9dcb-1cc1347cb075" providerId="AD" clId="Web-{605B4C4B-54DB-4FC5-B874-DB958784164E}" dt="2025-09-29T06:54:10.235" v="251" actId="1076"/>
          <ac:spMkLst>
            <pc:docMk/>
            <pc:sldMk cId="3315227987" sldId="256"/>
            <ac:spMk id="6" creationId="{7AECEA9C-0273-8DB0-E76B-8FF1B6FCF032}"/>
          </ac:spMkLst>
        </pc:spChg>
      </pc:sldChg>
      <pc:sldChg chg="addSp delSp modSp">
        <pc:chgData name="Julien Noireaux-Fattaz" userId="S::julien.noireaux-fattaz@etu.univ-smb.fr::9c141f4e-91fb-4738-9dcb-1cc1347cb075" providerId="AD" clId="Web-{605B4C4B-54DB-4FC5-B874-DB958784164E}" dt="2025-09-29T06:52:59.047" v="246" actId="1076"/>
        <pc:sldMkLst>
          <pc:docMk/>
          <pc:sldMk cId="2722702034" sldId="260"/>
        </pc:sldMkLst>
        <pc:spChg chg="add mod">
          <ac:chgData name="Julien Noireaux-Fattaz" userId="S::julien.noireaux-fattaz@etu.univ-smb.fr::9c141f4e-91fb-4738-9dcb-1cc1347cb075" providerId="AD" clId="Web-{605B4C4B-54DB-4FC5-B874-DB958784164E}" dt="2025-09-29T06:52:59.047" v="246" actId="1076"/>
          <ac:spMkLst>
            <pc:docMk/>
            <pc:sldMk cId="2722702034" sldId="260"/>
            <ac:spMk id="3" creationId="{21CDDE03-3397-91BA-82BF-67F642F90AD3}"/>
          </ac:spMkLst>
        </pc:spChg>
      </pc:sldChg>
      <pc:sldChg chg="addSp modSp">
        <pc:chgData name="Julien Noireaux-Fattaz" userId="S::julien.noireaux-fattaz@etu.univ-smb.fr::9c141f4e-91fb-4738-9dcb-1cc1347cb075" providerId="AD" clId="Web-{605B4C4B-54DB-4FC5-B874-DB958784164E}" dt="2025-09-29T06:53:06.188" v="247" actId="1076"/>
        <pc:sldMkLst>
          <pc:docMk/>
          <pc:sldMk cId="1568806784" sldId="262"/>
        </pc:sldMkLst>
        <pc:spChg chg="add mod">
          <ac:chgData name="Julien Noireaux-Fattaz" userId="S::julien.noireaux-fattaz@etu.univ-smb.fr::9c141f4e-91fb-4738-9dcb-1cc1347cb075" providerId="AD" clId="Web-{605B4C4B-54DB-4FC5-B874-DB958784164E}" dt="2025-09-29T06:53:06.188" v="247" actId="1076"/>
          <ac:spMkLst>
            <pc:docMk/>
            <pc:sldMk cId="1568806784" sldId="262"/>
            <ac:spMk id="3" creationId="{F59C9024-A7CE-6505-1A65-A0E910014714}"/>
          </ac:spMkLst>
        </pc:spChg>
      </pc:sldChg>
      <pc:sldChg chg="addSp modSp">
        <pc:chgData name="Julien Noireaux-Fattaz" userId="S::julien.noireaux-fattaz@etu.univ-smb.fr::9c141f4e-91fb-4738-9dcb-1cc1347cb075" providerId="AD" clId="Web-{605B4C4B-54DB-4FC5-B874-DB958784164E}" dt="2025-09-29T06:53:24.704" v="249" actId="1076"/>
        <pc:sldMkLst>
          <pc:docMk/>
          <pc:sldMk cId="2345282064" sldId="263"/>
        </pc:sldMkLst>
        <pc:spChg chg="add mod">
          <ac:chgData name="Julien Noireaux-Fattaz" userId="S::julien.noireaux-fattaz@etu.univ-smb.fr::9c141f4e-91fb-4738-9dcb-1cc1347cb075" providerId="AD" clId="Web-{605B4C4B-54DB-4FC5-B874-DB958784164E}" dt="2025-09-29T06:53:24.704" v="249" actId="1076"/>
          <ac:spMkLst>
            <pc:docMk/>
            <pc:sldMk cId="2345282064" sldId="263"/>
            <ac:spMk id="3" creationId="{143085A0-B3A0-9BCD-39F9-E51983C77B6D}"/>
          </ac:spMkLst>
        </pc:spChg>
      </pc:sldChg>
      <pc:sldChg chg="addSp modSp add ord replId">
        <pc:chgData name="Julien Noireaux-Fattaz" userId="S::julien.noireaux-fattaz@etu.univ-smb.fr::9c141f4e-91fb-4738-9dcb-1cc1347cb075" providerId="AD" clId="Web-{605B4C4B-54DB-4FC5-B874-DB958784164E}" dt="2025-09-29T06:53:49.423" v="250" actId="20577"/>
        <pc:sldMkLst>
          <pc:docMk/>
          <pc:sldMk cId="4121081686" sldId="264"/>
        </pc:sldMkLst>
        <pc:spChg chg="mod">
          <ac:chgData name="Julien Noireaux-Fattaz" userId="S::julien.noireaux-fattaz@etu.univ-smb.fr::9c141f4e-91fb-4738-9dcb-1cc1347cb075" providerId="AD" clId="Web-{605B4C4B-54DB-4FC5-B874-DB958784164E}" dt="2025-09-29T06:39:38.398" v="82" actId="20577"/>
          <ac:spMkLst>
            <pc:docMk/>
            <pc:sldMk cId="4121081686" sldId="264"/>
            <ac:spMk id="2" creationId="{5D8C80F8-2D98-9471-F68E-8DD4EF301F75}"/>
          </ac:spMkLst>
        </pc:spChg>
        <pc:spChg chg="add mod">
          <ac:chgData name="Julien Noireaux-Fattaz" userId="S::julien.noireaux-fattaz@etu.univ-smb.fr::9c141f4e-91fb-4738-9dcb-1cc1347cb075" providerId="AD" clId="Web-{605B4C4B-54DB-4FC5-B874-DB958784164E}" dt="2025-09-29T06:53:18.141" v="248" actId="1076"/>
          <ac:spMkLst>
            <pc:docMk/>
            <pc:sldMk cId="4121081686" sldId="264"/>
            <ac:spMk id="3" creationId="{6A45C944-6708-EA80-886A-B1AC9EF63C73}"/>
          </ac:spMkLst>
        </pc:spChg>
      </pc:sldChg>
    </pc:docChg>
  </pc:docChgLst>
  <pc:docChgLst>
    <pc:chgData name="Julien Noireaux-Fattaz" userId="S::julien.noireaux-fattaz@etu.univ-smb.fr::9c141f4e-91fb-4738-9dcb-1cc1347cb075" providerId="AD" clId="Web-{6AEE678D-EE42-4819-A78E-822EA19190AD}"/>
    <pc:docChg chg="modSld">
      <pc:chgData name="Julien Noireaux-Fattaz" userId="S::julien.noireaux-fattaz@etu.univ-smb.fr::9c141f4e-91fb-4738-9dcb-1cc1347cb075" providerId="AD" clId="Web-{6AEE678D-EE42-4819-A78E-822EA19190AD}" dt="2025-09-28T20:43:08.337" v="38"/>
      <pc:docMkLst>
        <pc:docMk/>
      </pc:docMkLst>
      <pc:sldChg chg="modSp">
        <pc:chgData name="Julien Noireaux-Fattaz" userId="S::julien.noireaux-fattaz@etu.univ-smb.fr::9c141f4e-91fb-4738-9dcb-1cc1347cb075" providerId="AD" clId="Web-{6AEE678D-EE42-4819-A78E-822EA19190AD}" dt="2025-09-28T20:41:45.509" v="10" actId="20577"/>
        <pc:sldMkLst>
          <pc:docMk/>
          <pc:sldMk cId="3315227987" sldId="256"/>
        </pc:sldMkLst>
        <pc:spChg chg="mod">
          <ac:chgData name="Julien Noireaux-Fattaz" userId="S::julien.noireaux-fattaz@etu.univ-smb.fr::9c141f4e-91fb-4738-9dcb-1cc1347cb075" providerId="AD" clId="Web-{6AEE678D-EE42-4819-A78E-822EA19190AD}" dt="2025-09-28T20:41:45.509" v="10" actId="20577"/>
          <ac:spMkLst>
            <pc:docMk/>
            <pc:sldMk cId="3315227987" sldId="256"/>
            <ac:spMk id="3" creationId="{E48D1FFA-0EC8-1BA2-E90C-86DDE4FB2BB4}"/>
          </ac:spMkLst>
        </pc:spChg>
      </pc:sldChg>
      <pc:sldChg chg="addSp delSp modSp">
        <pc:chgData name="Julien Noireaux-Fattaz" userId="S::julien.noireaux-fattaz@etu.univ-smb.fr::9c141f4e-91fb-4738-9dcb-1cc1347cb075" providerId="AD" clId="Web-{6AEE678D-EE42-4819-A78E-822EA19190AD}" dt="2025-09-28T20:43:08.337" v="38"/>
        <pc:sldMkLst>
          <pc:docMk/>
          <pc:sldMk cId="2722702034" sldId="260"/>
        </pc:sldMkLst>
        <pc:spChg chg="mod">
          <ac:chgData name="Julien Noireaux-Fattaz" userId="S::julien.noireaux-fattaz@etu.univ-smb.fr::9c141f4e-91fb-4738-9dcb-1cc1347cb075" providerId="AD" clId="Web-{6AEE678D-EE42-4819-A78E-822EA19190AD}" dt="2025-09-28T20:42:12.696" v="21" actId="20577"/>
          <ac:spMkLst>
            <pc:docMk/>
            <pc:sldMk cId="2722702034" sldId="260"/>
            <ac:spMk id="2" creationId="{A1F27D22-BF52-21D1-1977-B713DF05198D}"/>
          </ac:spMkLst>
        </pc:spChg>
      </pc:sldChg>
      <pc:sldChg chg="modSp">
        <pc:chgData name="Julien Noireaux-Fattaz" userId="S::julien.noireaux-fattaz@etu.univ-smb.fr::9c141f4e-91fb-4738-9dcb-1cc1347cb075" providerId="AD" clId="Web-{6AEE678D-EE42-4819-A78E-822EA19190AD}" dt="2025-09-28T20:42:24.071" v="24" actId="20577"/>
        <pc:sldMkLst>
          <pc:docMk/>
          <pc:sldMk cId="1568806784" sldId="262"/>
        </pc:sldMkLst>
      </pc:sldChg>
      <pc:sldChg chg="modSp">
        <pc:chgData name="Julien Noireaux-Fattaz" userId="S::julien.noireaux-fattaz@etu.univ-smb.fr::9c141f4e-91fb-4738-9dcb-1cc1347cb075" providerId="AD" clId="Web-{6AEE678D-EE42-4819-A78E-822EA19190AD}" dt="2025-09-28T20:42:40.024" v="34" actId="14100"/>
        <pc:sldMkLst>
          <pc:docMk/>
          <pc:sldMk cId="2345282064" sldId="263"/>
        </pc:sldMkLst>
      </pc:sldChg>
    </pc:docChg>
  </pc:docChgLst>
  <pc:docChgLst>
    <pc:chgData name="Julien Noireaux-Fattaz" userId="S::julien.noireaux-fattaz@etu.univ-smb.fr::9c141f4e-91fb-4738-9dcb-1cc1347cb075" providerId="AD" clId="Web-{0AA763D6-391F-4883-8DD8-741FAB0075DB}"/>
    <pc:docChg chg="modSld">
      <pc:chgData name="Julien Noireaux-Fattaz" userId="S::julien.noireaux-fattaz@etu.univ-smb.fr::9c141f4e-91fb-4738-9dcb-1cc1347cb075" providerId="AD" clId="Web-{0AA763D6-391F-4883-8DD8-741FAB0075DB}" dt="2025-10-17T06:30:46.665" v="5" actId="20577"/>
      <pc:docMkLst>
        <pc:docMk/>
      </pc:docMkLst>
      <pc:sldChg chg="modSp">
        <pc:chgData name="Julien Noireaux-Fattaz" userId="S::julien.noireaux-fattaz@etu.univ-smb.fr::9c141f4e-91fb-4738-9dcb-1cc1347cb075" providerId="AD" clId="Web-{0AA763D6-391F-4883-8DD8-741FAB0075DB}" dt="2025-10-17T06:30:46.665" v="5" actId="20577"/>
        <pc:sldMkLst>
          <pc:docMk/>
          <pc:sldMk cId="1568806784" sldId="262"/>
        </pc:sldMkLst>
        <pc:spChg chg="mod">
          <ac:chgData name="Julien Noireaux-Fattaz" userId="S::julien.noireaux-fattaz@etu.univ-smb.fr::9c141f4e-91fb-4738-9dcb-1cc1347cb075" providerId="AD" clId="Web-{0AA763D6-391F-4883-8DD8-741FAB0075DB}" dt="2025-10-17T06:30:46.665" v="5" actId="20577"/>
          <ac:spMkLst>
            <pc:docMk/>
            <pc:sldMk cId="1568806784" sldId="262"/>
            <ac:spMk id="5" creationId="{993DCD50-B9BF-8A94-193B-90EEE8CA6FC4}"/>
          </ac:spMkLst>
        </pc:spChg>
      </pc:sldChg>
    </pc:docChg>
  </pc:docChgLst>
  <pc:docChgLst>
    <pc:chgData name="Melchior Baudoin" userId="S::melchior.baudoin@etu.univ-smb.fr::9c4cfe15-585b-49c9-a20e-9e085d8cacfb" providerId="AD" clId="Web-{0FF738E3-C45D-C2C5-05F9-8B1BF837A184}"/>
    <pc:docChg chg="modSld">
      <pc:chgData name="Melchior Baudoin" userId="S::melchior.baudoin@etu.univ-smb.fr::9c4cfe15-585b-49c9-a20e-9e085d8cacfb" providerId="AD" clId="Web-{0FF738E3-C45D-C2C5-05F9-8B1BF837A184}" dt="2025-10-06T11:47:27.097" v="107" actId="20577"/>
      <pc:docMkLst>
        <pc:docMk/>
      </pc:docMkLst>
      <pc:sldChg chg="modSp">
        <pc:chgData name="Melchior Baudoin" userId="S::melchior.baudoin@etu.univ-smb.fr::9c4cfe15-585b-49c9-a20e-9e085d8cacfb" providerId="AD" clId="Web-{0FF738E3-C45D-C2C5-05F9-8B1BF837A184}" dt="2025-10-06T11:47:27.097" v="107" actId="20577"/>
        <pc:sldMkLst>
          <pc:docMk/>
          <pc:sldMk cId="1568806784" sldId="262"/>
        </pc:sldMkLst>
      </pc:sldChg>
    </pc:docChg>
  </pc:docChgLst>
  <pc:docChgLst>
    <pc:chgData name="Karam Dali" userId="S::karam.dali@etu.univ-smb.fr::bf4b0b11-ece4-4c3e-b810-c90ca7502c3d" providerId="AD" clId="Web-{D70F8DCB-1399-EC5D-969E-FF5C19FBB9C1}"/>
    <pc:docChg chg="addSld delSld modSld">
      <pc:chgData name="Karam Dali" userId="S::karam.dali@etu.univ-smb.fr::bf4b0b11-ece4-4c3e-b810-c90ca7502c3d" providerId="AD" clId="Web-{D70F8DCB-1399-EC5D-969E-FF5C19FBB9C1}" dt="2025-09-28T19:18:03.925" v="628" actId="20577"/>
      <pc:docMkLst>
        <pc:docMk/>
      </pc:docMkLst>
      <pc:sldChg chg="addSp delSp modSp mod setBg">
        <pc:chgData name="Karam Dali" userId="S::karam.dali@etu.univ-smb.fr::bf4b0b11-ece4-4c3e-b810-c90ca7502c3d" providerId="AD" clId="Web-{D70F8DCB-1399-EC5D-969E-FF5C19FBB9C1}" dt="2025-09-28T19:12:49.937" v="582" actId="1076"/>
        <pc:sldMkLst>
          <pc:docMk/>
          <pc:sldMk cId="3315227987" sldId="256"/>
        </pc:sldMkLst>
        <pc:spChg chg="mod">
          <ac:chgData name="Karam Dali" userId="S::karam.dali@etu.univ-smb.fr::bf4b0b11-ece4-4c3e-b810-c90ca7502c3d" providerId="AD" clId="Web-{D70F8DCB-1399-EC5D-969E-FF5C19FBB9C1}" dt="2025-09-28T19:12:30.872" v="579" actId="20577"/>
          <ac:spMkLst>
            <pc:docMk/>
            <pc:sldMk cId="3315227987" sldId="256"/>
            <ac:spMk id="2" creationId="{BF0C7CC5-3E56-885B-5FE1-EFD584C8D0CA}"/>
          </ac:spMkLst>
        </pc:spChg>
        <pc:spChg chg="mod ord">
          <ac:chgData name="Karam Dali" userId="S::karam.dali@etu.univ-smb.fr::bf4b0b11-ece4-4c3e-b810-c90ca7502c3d" providerId="AD" clId="Web-{D70F8DCB-1399-EC5D-969E-FF5C19FBB9C1}" dt="2025-09-28T19:12:49.937" v="582" actId="1076"/>
          <ac:spMkLst>
            <pc:docMk/>
            <pc:sldMk cId="3315227987" sldId="256"/>
            <ac:spMk id="3" creationId="{E48D1FFA-0EC8-1BA2-E90C-86DDE4FB2BB4}"/>
          </ac:spMkLst>
        </pc:spChg>
        <pc:spChg chg="add">
          <ac:chgData name="Karam Dali" userId="S::karam.dali@etu.univ-smb.fr::bf4b0b11-ece4-4c3e-b810-c90ca7502c3d" providerId="AD" clId="Web-{D70F8DCB-1399-EC5D-969E-FF5C19FBB9C1}" dt="2025-09-28T19:07:28.800" v="526"/>
          <ac:spMkLst>
            <pc:docMk/>
            <pc:sldMk cId="3315227987" sldId="256"/>
            <ac:spMk id="21" creationId="{E18F6E8B-15ED-43C7-94BA-91549A651C73}"/>
          </ac:spMkLst>
        </pc:spChg>
        <pc:spChg chg="add">
          <ac:chgData name="Karam Dali" userId="S::karam.dali@etu.univ-smb.fr::bf4b0b11-ece4-4c3e-b810-c90ca7502c3d" providerId="AD" clId="Web-{D70F8DCB-1399-EC5D-969E-FF5C19FBB9C1}" dt="2025-09-28T19:07:28.800" v="526"/>
          <ac:spMkLst>
            <pc:docMk/>
            <pc:sldMk cId="3315227987" sldId="256"/>
            <ac:spMk id="28" creationId="{B81933D1-5615-42C7-9C0B-4EB7105CCE2D}"/>
          </ac:spMkLst>
        </pc:spChg>
        <pc:spChg chg="add">
          <ac:chgData name="Karam Dali" userId="S::karam.dali@etu.univ-smb.fr::bf4b0b11-ece4-4c3e-b810-c90ca7502c3d" providerId="AD" clId="Web-{D70F8DCB-1399-EC5D-969E-FF5C19FBB9C1}" dt="2025-09-28T19:07:28.800" v="526"/>
          <ac:spMkLst>
            <pc:docMk/>
            <pc:sldMk cId="3315227987" sldId="256"/>
            <ac:spMk id="30" creationId="{B089A89A-1E9C-4761-9DFF-53C275FBF870}"/>
          </ac:spMkLst>
        </pc:spChg>
        <pc:spChg chg="add">
          <ac:chgData name="Karam Dali" userId="S::karam.dali@etu.univ-smb.fr::bf4b0b11-ece4-4c3e-b810-c90ca7502c3d" providerId="AD" clId="Web-{D70F8DCB-1399-EC5D-969E-FF5C19FBB9C1}" dt="2025-09-28T19:07:28.800" v="526"/>
          <ac:spMkLst>
            <pc:docMk/>
            <pc:sldMk cId="3315227987" sldId="256"/>
            <ac:spMk id="32" creationId="{19C9EAEA-39D0-4B0E-A0EB-51E7B26740B1}"/>
          </ac:spMkLst>
        </pc:spChg>
        <pc:grpChg chg="add">
          <ac:chgData name="Karam Dali" userId="S::karam.dali@etu.univ-smb.fr::bf4b0b11-ece4-4c3e-b810-c90ca7502c3d" providerId="AD" clId="Web-{D70F8DCB-1399-EC5D-969E-FF5C19FBB9C1}" dt="2025-09-28T19:07:28.800" v="526"/>
          <ac:grpSpMkLst>
            <pc:docMk/>
            <pc:sldMk cId="3315227987" sldId="256"/>
            <ac:grpSpMk id="23" creationId="{032D8612-31EB-44CF-A1D0-14FD4C705424}"/>
          </ac:grpSpMkLst>
        </pc:grpChg>
        <pc:picChg chg="add mod">
          <ac:chgData name="Karam Dali" userId="S::karam.dali@etu.univ-smb.fr::bf4b0b11-ece4-4c3e-b810-c90ca7502c3d" providerId="AD" clId="Web-{D70F8DCB-1399-EC5D-969E-FF5C19FBB9C1}" dt="2025-09-28T19:07:28.800" v="526"/>
          <ac:picMkLst>
            <pc:docMk/>
            <pc:sldMk cId="3315227987" sldId="256"/>
            <ac:picMk id="4" creationId="{7047576E-F789-BDF4-0D06-C1F5CB7F5D78}"/>
          </ac:picMkLst>
        </pc:picChg>
        <pc:picChg chg="add mod">
          <ac:chgData name="Karam Dali" userId="S::karam.dali@etu.univ-smb.fr::bf4b0b11-ece4-4c3e-b810-c90ca7502c3d" providerId="AD" clId="Web-{D70F8DCB-1399-EC5D-969E-FF5C19FBB9C1}" dt="2025-09-28T19:07:28.800" v="526"/>
          <ac:picMkLst>
            <pc:docMk/>
            <pc:sldMk cId="3315227987" sldId="256"/>
            <ac:picMk id="5" creationId="{16466B75-A787-AC78-EDFC-7511C5A5CD6E}"/>
          </ac:picMkLst>
        </pc:picChg>
      </pc:sldChg>
      <pc:sldChg chg="addSp modSp mod setBg">
        <pc:chgData name="Karam Dali" userId="S::karam.dali@etu.univ-smb.fr::bf4b0b11-ece4-4c3e-b810-c90ca7502c3d" providerId="AD" clId="Web-{D70F8DCB-1399-EC5D-969E-FF5C19FBB9C1}" dt="2025-09-28T19:14:03.271" v="588" actId="20577"/>
        <pc:sldMkLst>
          <pc:docMk/>
          <pc:sldMk cId="2722702034" sldId="260"/>
        </pc:sldMkLst>
        <pc:spChg chg="mod">
          <ac:chgData name="Karam Dali" userId="S::karam.dali@etu.univ-smb.fr::bf4b0b11-ece4-4c3e-b810-c90ca7502c3d" providerId="AD" clId="Web-{D70F8DCB-1399-EC5D-969E-FF5C19FBB9C1}" dt="2025-09-28T19:14:03.271" v="588" actId="20577"/>
          <ac:spMkLst>
            <pc:docMk/>
            <pc:sldMk cId="2722702034" sldId="260"/>
            <ac:spMk id="2" creationId="{A1F27D22-BF52-21D1-1977-B713DF05198D}"/>
          </ac:spMkLst>
        </pc:spChg>
        <pc:spChg chg="add">
          <ac:chgData name="Karam Dali" userId="S::karam.dali@etu.univ-smb.fr::bf4b0b11-ece4-4c3e-b810-c90ca7502c3d" providerId="AD" clId="Web-{D70F8DCB-1399-EC5D-969E-FF5C19FBB9C1}" dt="2025-09-28T19:07:43.972" v="528"/>
          <ac:spMkLst>
            <pc:docMk/>
            <pc:sldMk cId="2722702034" sldId="260"/>
            <ac:spMk id="31" creationId="{56E9B3E6-E277-4D68-BA48-9CB43FFBD6E2}"/>
          </ac:spMkLst>
        </pc:spChg>
        <pc:spChg chg="add">
          <ac:chgData name="Karam Dali" userId="S::karam.dali@etu.univ-smb.fr::bf4b0b11-ece4-4c3e-b810-c90ca7502c3d" providerId="AD" clId="Web-{D70F8DCB-1399-EC5D-969E-FF5C19FBB9C1}" dt="2025-09-28T19:07:43.972" v="528"/>
          <ac:spMkLst>
            <pc:docMk/>
            <pc:sldMk cId="2722702034" sldId="260"/>
            <ac:spMk id="38" creationId="{D5B0017B-2ECA-49AF-B397-DC140825DF8D}"/>
          </ac:spMkLst>
        </pc:spChg>
        <pc:grpChg chg="add">
          <ac:chgData name="Karam Dali" userId="S::karam.dali@etu.univ-smb.fr::bf4b0b11-ece4-4c3e-b810-c90ca7502c3d" providerId="AD" clId="Web-{D70F8DCB-1399-EC5D-969E-FF5C19FBB9C1}" dt="2025-09-28T19:07:43.972" v="528"/>
          <ac:grpSpMkLst>
            <pc:docMk/>
            <pc:sldMk cId="2722702034" sldId="260"/>
            <ac:grpSpMk id="33" creationId="{AE1C45F0-260A-458C-96ED-C1F6D2151219}"/>
          </ac:grpSpMkLst>
        </pc:grpChg>
        <pc:picChg chg="add mod">
          <ac:chgData name="Karam Dali" userId="S::karam.dali@etu.univ-smb.fr::bf4b0b11-ece4-4c3e-b810-c90ca7502c3d" providerId="AD" clId="Web-{D70F8DCB-1399-EC5D-969E-FF5C19FBB9C1}" dt="2025-09-28T19:08:24.348" v="534" actId="1076"/>
          <ac:picMkLst>
            <pc:docMk/>
            <pc:sldMk cId="2722702034" sldId="260"/>
            <ac:picMk id="32" creationId="{05AC5EBC-9532-4E4F-8D93-092CECA175A0}"/>
          </ac:picMkLst>
        </pc:picChg>
        <pc:cxnChg chg="add">
          <ac:chgData name="Karam Dali" userId="S::karam.dali@etu.univ-smb.fr::bf4b0b11-ece4-4c3e-b810-c90ca7502c3d" providerId="AD" clId="Web-{D70F8DCB-1399-EC5D-969E-FF5C19FBB9C1}" dt="2025-09-28T19:07:43.972" v="528"/>
          <ac:cxnSpMkLst>
            <pc:docMk/>
            <pc:sldMk cId="2722702034" sldId="260"/>
            <ac:cxnSpMk id="40" creationId="{6CF1BAF6-AD41-4082-B212-8A1F9A2E8779}"/>
          </ac:cxnSpMkLst>
        </pc:cxnChg>
      </pc:sldChg>
      <pc:sldChg chg="addSp delSp modSp add replId">
        <pc:chgData name="Karam Dali" userId="S::karam.dali@etu.univ-smb.fr::bf4b0b11-ece4-4c3e-b810-c90ca7502c3d" providerId="AD" clId="Web-{D70F8DCB-1399-EC5D-969E-FF5C19FBB9C1}" dt="2025-09-28T19:18:03.925" v="628" actId="20577"/>
        <pc:sldMkLst>
          <pc:docMk/>
          <pc:sldMk cId="1568806784" sldId="262"/>
        </pc:sldMkLst>
        <pc:spChg chg="mod">
          <ac:chgData name="Karam Dali" userId="S::karam.dali@etu.univ-smb.fr::bf4b0b11-ece4-4c3e-b810-c90ca7502c3d" providerId="AD" clId="Web-{D70F8DCB-1399-EC5D-969E-FF5C19FBB9C1}" dt="2025-09-28T19:15:54.732" v="605" actId="20577"/>
          <ac:spMkLst>
            <pc:docMk/>
            <pc:sldMk cId="1568806784" sldId="262"/>
            <ac:spMk id="2" creationId="{2985F750-0EAF-E62B-E561-245E9B716D29}"/>
          </ac:spMkLst>
        </pc:spChg>
      </pc:sldChg>
      <pc:sldChg chg="modSp add replId">
        <pc:chgData name="Karam Dali" userId="S::karam.dali@etu.univ-smb.fr::bf4b0b11-ece4-4c3e-b810-c90ca7502c3d" providerId="AD" clId="Web-{D70F8DCB-1399-EC5D-969E-FF5C19FBB9C1}" dt="2025-09-28T19:17:16.126" v="622" actId="20577"/>
        <pc:sldMkLst>
          <pc:docMk/>
          <pc:sldMk cId="2345282064" sldId="263"/>
        </pc:sldMkLst>
        <pc:spChg chg="mod">
          <ac:chgData name="Karam Dali" userId="S::karam.dali@etu.univ-smb.fr::bf4b0b11-ece4-4c3e-b810-c90ca7502c3d" providerId="AD" clId="Web-{D70F8DCB-1399-EC5D-969E-FF5C19FBB9C1}" dt="2025-09-28T19:16:53.438" v="616" actId="20577"/>
          <ac:spMkLst>
            <pc:docMk/>
            <pc:sldMk cId="2345282064" sldId="263"/>
            <ac:spMk id="2" creationId="{B06AF4B6-5031-553E-5114-23316F22FE73}"/>
          </ac:spMkLst>
        </pc:spChg>
      </pc:sldChg>
    </pc:docChg>
  </pc:docChgLst>
  <pc:docChgLst>
    <pc:chgData name="Muhammad-Adeel Khan" userId="14a85696-0cb2-4c76-9015-4d2e71aefc3f" providerId="ADAL" clId="{B1334F4F-DBD8-4B45-8E5E-28FC9A4F8B18}"/>
    <pc:docChg chg="undo custSel addSld delSld modSld sldOrd">
      <pc:chgData name="Muhammad-Adeel Khan" userId="14a85696-0cb2-4c76-9015-4d2e71aefc3f" providerId="ADAL" clId="{B1334F4F-DBD8-4B45-8E5E-28FC9A4F8B18}" dt="2025-10-06T11:59:50.074" v="183" actId="47"/>
      <pc:docMkLst>
        <pc:docMk/>
      </pc:docMkLst>
      <pc:sldChg chg="addSp modSp mod modClrScheme chgLayout">
        <pc:chgData name="Muhammad-Adeel Khan" userId="14a85696-0cb2-4c76-9015-4d2e71aefc3f" providerId="ADAL" clId="{B1334F4F-DBD8-4B45-8E5E-28FC9A4F8B18}" dt="2025-09-28T18:55:24.640" v="165" actId="1036"/>
        <pc:sldMkLst>
          <pc:docMk/>
          <pc:sldMk cId="2722702034" sldId="260"/>
        </pc:sldMkLst>
        <pc:spChg chg="mod ord">
          <ac:chgData name="Muhammad-Adeel Khan" userId="14a85696-0cb2-4c76-9015-4d2e71aefc3f" providerId="ADAL" clId="{B1334F4F-DBD8-4B45-8E5E-28FC9A4F8B18}" dt="2025-09-28T18:49:15.023" v="0" actId="700"/>
          <ac:spMkLst>
            <pc:docMk/>
            <pc:sldMk cId="2722702034" sldId="260"/>
            <ac:spMk id="2" creationId="{A1F27D22-BF52-21D1-1977-B713DF05198D}"/>
          </ac:spMkLst>
        </pc:spChg>
      </pc:sldChg>
    </pc:docChg>
  </pc:docChgLst>
  <pc:docChgLst>
    <pc:chgData name="Karam Dali" userId="S::karam.dali@etu.univ-smb.fr::bf4b0b11-ece4-4c3e-b810-c90ca7502c3d" providerId="AD" clId="Web-{DF9EEB32-7341-AAAE-198B-6EBF2D803759}"/>
    <pc:docChg chg="addSld delSld modSld">
      <pc:chgData name="Karam Dali" userId="S::karam.dali@etu.univ-smb.fr::bf4b0b11-ece4-4c3e-b810-c90ca7502c3d" providerId="AD" clId="Web-{DF9EEB32-7341-AAAE-198B-6EBF2D803759}" dt="2025-10-17T06:28:52.422" v="263" actId="20577"/>
      <pc:docMkLst>
        <pc:docMk/>
      </pc:docMkLst>
      <pc:sldChg chg="modSp">
        <pc:chgData name="Karam Dali" userId="S::karam.dali@etu.univ-smb.fr::bf4b0b11-ece4-4c3e-b810-c90ca7502c3d" providerId="AD" clId="Web-{DF9EEB32-7341-AAAE-198B-6EBF2D803759}" dt="2025-10-17T06:27:59.203" v="261" actId="20577"/>
        <pc:sldMkLst>
          <pc:docMk/>
          <pc:sldMk cId="2722702034" sldId="260"/>
        </pc:sldMkLst>
        <pc:spChg chg="mod">
          <ac:chgData name="Karam Dali" userId="S::karam.dali@etu.univ-smb.fr::bf4b0b11-ece4-4c3e-b810-c90ca7502c3d" providerId="AD" clId="Web-{DF9EEB32-7341-AAAE-198B-6EBF2D803759}" dt="2025-10-17T06:27:59.203" v="261" actId="20577"/>
          <ac:spMkLst>
            <pc:docMk/>
            <pc:sldMk cId="2722702034" sldId="260"/>
            <ac:spMk id="5" creationId="{17ED291D-5444-C409-3641-91EC5F9A342C}"/>
          </ac:spMkLst>
        </pc:spChg>
      </pc:sldChg>
      <pc:sldChg chg="modSp">
        <pc:chgData name="Karam Dali" userId="S::karam.dali@etu.univ-smb.fr::bf4b0b11-ece4-4c3e-b810-c90ca7502c3d" providerId="AD" clId="Web-{DF9EEB32-7341-AAAE-198B-6EBF2D803759}" dt="2025-10-17T06:28:52.422" v="263" actId="20577"/>
        <pc:sldMkLst>
          <pc:docMk/>
          <pc:sldMk cId="1568806784" sldId="262"/>
        </pc:sldMkLst>
        <pc:spChg chg="mod">
          <ac:chgData name="Karam Dali" userId="S::karam.dali@etu.univ-smb.fr::bf4b0b11-ece4-4c3e-b810-c90ca7502c3d" providerId="AD" clId="Web-{DF9EEB32-7341-AAAE-198B-6EBF2D803759}" dt="2025-10-17T06:20:20.289" v="119" actId="20577"/>
          <ac:spMkLst>
            <pc:docMk/>
            <pc:sldMk cId="1568806784" sldId="262"/>
            <ac:spMk id="4" creationId="{69034C20-761C-AF0F-7C2A-8B42BA5B24A6}"/>
          </ac:spMkLst>
        </pc:spChg>
        <pc:spChg chg="mod">
          <ac:chgData name="Karam Dali" userId="S::karam.dali@etu.univ-smb.fr::bf4b0b11-ece4-4c3e-b810-c90ca7502c3d" providerId="AD" clId="Web-{DF9EEB32-7341-AAAE-198B-6EBF2D803759}" dt="2025-10-17T06:28:52.422" v="263" actId="20577"/>
          <ac:spMkLst>
            <pc:docMk/>
            <pc:sldMk cId="1568806784" sldId="262"/>
            <ac:spMk id="5" creationId="{993DCD50-B9BF-8A94-193B-90EEE8CA6FC4}"/>
          </ac:spMkLst>
        </pc:spChg>
      </pc:sldChg>
      <pc:sldChg chg="addSp delSp modSp">
        <pc:chgData name="Karam Dali" userId="S::karam.dali@etu.univ-smb.fr::bf4b0b11-ece4-4c3e-b810-c90ca7502c3d" providerId="AD" clId="Web-{DF9EEB32-7341-AAAE-198B-6EBF2D803759}" dt="2025-10-17T06:14:54.729" v="104" actId="20577"/>
        <pc:sldMkLst>
          <pc:docMk/>
          <pc:sldMk cId="4121081686" sldId="264"/>
        </pc:sldMkLst>
        <pc:spChg chg="mod">
          <ac:chgData name="Karam Dali" userId="S::karam.dali@etu.univ-smb.fr::bf4b0b11-ece4-4c3e-b810-c90ca7502c3d" providerId="AD" clId="Web-{DF9EEB32-7341-AAAE-198B-6EBF2D803759}" dt="2025-10-17T06:14:10.366" v="50"/>
          <ac:spMkLst>
            <pc:docMk/>
            <pc:sldMk cId="4121081686" sldId="264"/>
            <ac:spMk id="2" creationId="{5D8C80F8-2D98-9471-F68E-8DD4EF301F75}"/>
          </ac:spMkLst>
        </pc:spChg>
        <pc:spChg chg="mod ord">
          <ac:chgData name="Karam Dali" userId="S::karam.dali@etu.univ-smb.fr::bf4b0b11-ece4-4c3e-b810-c90ca7502c3d" providerId="AD" clId="Web-{DF9EEB32-7341-AAAE-198B-6EBF2D803759}" dt="2025-10-17T06:14:10.366" v="50"/>
          <ac:spMkLst>
            <pc:docMk/>
            <pc:sldMk cId="4121081686" sldId="264"/>
            <ac:spMk id="3" creationId="{6A45C944-6708-EA80-886A-B1AC9EF63C73}"/>
          </ac:spMkLst>
        </pc:spChg>
        <pc:spChg chg="add mod">
          <ac:chgData name="Karam Dali" userId="S::karam.dali@etu.univ-smb.fr::bf4b0b11-ece4-4c3e-b810-c90ca7502c3d" providerId="AD" clId="Web-{DF9EEB32-7341-AAAE-198B-6EBF2D803759}" dt="2025-10-17T06:14:54.729" v="104" actId="20577"/>
          <ac:spMkLst>
            <pc:docMk/>
            <pc:sldMk cId="4121081686" sldId="264"/>
            <ac:spMk id="5" creationId="{39B107FD-B965-AD2C-F813-C48F206D1D20}"/>
          </ac:spMkLst>
        </pc:spChg>
        <pc:spChg chg="add del">
          <ac:chgData name="Karam Dali" userId="S::karam.dali@etu.univ-smb.fr::bf4b0b11-ece4-4c3e-b810-c90ca7502c3d" providerId="AD" clId="Web-{DF9EEB32-7341-AAAE-198B-6EBF2D803759}" dt="2025-10-17T06:14:10.366" v="50"/>
          <ac:spMkLst>
            <pc:docMk/>
            <pc:sldMk cId="4121081686" sldId="264"/>
            <ac:spMk id="31" creationId="{E6508B79-788C-13EC-61BE-B7581EDFA900}"/>
          </ac:spMkLst>
        </pc:spChg>
        <pc:spChg chg="add del">
          <ac:chgData name="Karam Dali" userId="S::karam.dali@etu.univ-smb.fr::bf4b0b11-ece4-4c3e-b810-c90ca7502c3d" providerId="AD" clId="Web-{DF9EEB32-7341-AAAE-198B-6EBF2D803759}" dt="2025-10-17T06:14:10.366" v="50"/>
          <ac:spMkLst>
            <pc:docMk/>
            <pc:sldMk cId="4121081686" sldId="264"/>
            <ac:spMk id="38" creationId="{736BFC80-1C24-AD63-042C-3F9A4201E203}"/>
          </ac:spMkLst>
        </pc:spChg>
        <pc:spChg chg="add del">
          <ac:chgData name="Karam Dali" userId="S::karam.dali@etu.univ-smb.fr::bf4b0b11-ece4-4c3e-b810-c90ca7502c3d" providerId="AD" clId="Web-{DF9EEB32-7341-AAAE-198B-6EBF2D803759}" dt="2025-10-17T06:11:19.658" v="15"/>
          <ac:spMkLst>
            <pc:docMk/>
            <pc:sldMk cId="4121081686" sldId="264"/>
            <ac:spMk id="45" creationId="{D4771268-CB57-404A-9271-370EB28F6090}"/>
          </ac:spMkLst>
        </pc:spChg>
        <pc:spChg chg="add del">
          <ac:chgData name="Karam Dali" userId="S::karam.dali@etu.univ-smb.fr::bf4b0b11-ece4-4c3e-b810-c90ca7502c3d" providerId="AD" clId="Web-{DF9EEB32-7341-AAAE-198B-6EBF2D803759}" dt="2025-10-17T06:14:10.366" v="50"/>
          <ac:spMkLst>
            <pc:docMk/>
            <pc:sldMk cId="4121081686" sldId="264"/>
            <ac:spMk id="51" creationId="{47942995-B07F-4636-9A06-C6A104B260A8}"/>
          </ac:spMkLst>
        </pc:spChg>
        <pc:spChg chg="add del">
          <ac:chgData name="Karam Dali" userId="S::karam.dali@etu.univ-smb.fr::bf4b0b11-ece4-4c3e-b810-c90ca7502c3d" providerId="AD" clId="Web-{DF9EEB32-7341-AAAE-198B-6EBF2D803759}" dt="2025-10-17T06:14:10.366" v="50"/>
          <ac:spMkLst>
            <pc:docMk/>
            <pc:sldMk cId="4121081686" sldId="264"/>
            <ac:spMk id="52" creationId="{B81933D1-5615-42C7-9C0B-4EB7105CCE2D}"/>
          </ac:spMkLst>
        </pc:spChg>
        <pc:spChg chg="add del">
          <ac:chgData name="Karam Dali" userId="S::karam.dali@etu.univ-smb.fr::bf4b0b11-ece4-4c3e-b810-c90ca7502c3d" providerId="AD" clId="Web-{DF9EEB32-7341-AAAE-198B-6EBF2D803759}" dt="2025-10-17T06:14:10.366" v="50"/>
          <ac:spMkLst>
            <pc:docMk/>
            <pc:sldMk cId="4121081686" sldId="264"/>
            <ac:spMk id="54" creationId="{19C9EAEA-39D0-4B0E-A0EB-51E7B26740B1}"/>
          </ac:spMkLst>
        </pc:spChg>
        <pc:grpChg chg="add del">
          <ac:chgData name="Karam Dali" userId="S::karam.dali@etu.univ-smb.fr::bf4b0b11-ece4-4c3e-b810-c90ca7502c3d" providerId="AD" clId="Web-{DF9EEB32-7341-AAAE-198B-6EBF2D803759}" dt="2025-10-17T06:14:10.366" v="50"/>
          <ac:grpSpMkLst>
            <pc:docMk/>
            <pc:sldMk cId="4121081686" sldId="264"/>
            <ac:grpSpMk id="33" creationId="{BDA17E34-27EF-2E0B-F97D-29E1886919F0}"/>
          </ac:grpSpMkLst>
        </pc:grpChg>
        <pc:grpChg chg="add del">
          <ac:chgData name="Karam Dali" userId="S::karam.dali@etu.univ-smb.fr::bf4b0b11-ece4-4c3e-b810-c90ca7502c3d" providerId="AD" clId="Web-{DF9EEB32-7341-AAAE-198B-6EBF2D803759}" dt="2025-10-17T06:14:10.366" v="50"/>
          <ac:grpSpMkLst>
            <pc:docMk/>
            <pc:sldMk cId="4121081686" sldId="264"/>
            <ac:grpSpMk id="47" creationId="{032D8612-31EB-44CF-A1D0-14FD4C705424}"/>
          </ac:grpSpMkLst>
        </pc:grpChg>
        <pc:picChg chg="add mod">
          <ac:chgData name="Karam Dali" userId="S::karam.dali@etu.univ-smb.fr::bf4b0b11-ece4-4c3e-b810-c90ca7502c3d" providerId="AD" clId="Web-{DF9EEB32-7341-AAAE-198B-6EBF2D803759}" dt="2025-10-17T06:14:10.366" v="50"/>
          <ac:picMkLst>
            <pc:docMk/>
            <pc:sldMk cId="4121081686" sldId="264"/>
            <ac:picMk id="4" creationId="{BC10FDEE-3CCE-C1A3-2C86-55AC7AFAE4EB}"/>
          </ac:picMkLst>
        </pc:picChg>
        <pc:cxnChg chg="add del">
          <ac:chgData name="Karam Dali" userId="S::karam.dali@etu.univ-smb.fr::bf4b0b11-ece4-4c3e-b810-c90ca7502c3d" providerId="AD" clId="Web-{DF9EEB32-7341-AAAE-198B-6EBF2D803759}" dt="2025-10-17T06:11:19.658" v="15"/>
          <ac:cxnSpMkLst>
            <pc:docMk/>
            <pc:sldMk cId="4121081686" sldId="264"/>
            <ac:cxnSpMk id="40" creationId="{B7E2820A-8BDD-EF0E-6178-D507B87A92DA}"/>
          </ac:cxnSpMkLst>
        </pc:cxnChg>
      </pc:sldChg>
      <pc:sldChg chg="modSp add replId">
        <pc:chgData name="Karam Dali" userId="S::karam.dali@etu.univ-smb.fr::bf4b0b11-ece4-4c3e-b810-c90ca7502c3d" providerId="AD" clId="Web-{DF9EEB32-7341-AAAE-198B-6EBF2D803759}" dt="2025-10-17T06:25:31.826" v="158" actId="20577"/>
        <pc:sldMkLst>
          <pc:docMk/>
          <pc:sldMk cId="965228927" sldId="266"/>
        </pc:sldMkLst>
        <pc:spChg chg="mod">
          <ac:chgData name="Karam Dali" userId="S::karam.dali@etu.univ-smb.fr::bf4b0b11-ece4-4c3e-b810-c90ca7502c3d" providerId="AD" clId="Web-{DF9EEB32-7341-AAAE-198B-6EBF2D803759}" dt="2025-10-17T06:23:15.887" v="133" actId="20577"/>
          <ac:spMkLst>
            <pc:docMk/>
            <pc:sldMk cId="965228927" sldId="266"/>
            <ac:spMk id="2" creationId="{8D79485F-2638-37ED-BD4A-CEFFDF360477}"/>
          </ac:spMkLst>
        </pc:spChg>
        <pc:spChg chg="mod">
          <ac:chgData name="Karam Dali" userId="S::karam.dali@etu.univ-smb.fr::bf4b0b11-ece4-4c3e-b810-c90ca7502c3d" providerId="AD" clId="Web-{DF9EEB32-7341-AAAE-198B-6EBF2D803759}" dt="2025-10-17T06:25:31.826" v="158" actId="20577"/>
          <ac:spMkLst>
            <pc:docMk/>
            <pc:sldMk cId="965228927" sldId="266"/>
            <ac:spMk id="4" creationId="{37013C44-6AEB-4D4D-8756-CF088B37E5FD}"/>
          </ac:spMkLst>
        </pc:spChg>
      </pc:sldChg>
      <pc:sldChg chg="new del">
        <pc:chgData name="Karam Dali" userId="S::karam.dali@etu.univ-smb.fr::bf4b0b11-ece4-4c3e-b810-c90ca7502c3d" providerId="AD" clId="Web-{DF9EEB32-7341-AAAE-198B-6EBF2D803759}" dt="2025-10-17T06:15:20.856" v="106"/>
        <pc:sldMkLst>
          <pc:docMk/>
          <pc:sldMk cId="982737862" sldId="266"/>
        </pc:sldMkLst>
      </pc:sldChg>
    </pc:docChg>
  </pc:docChgLst>
  <pc:docChgLst>
    <pc:chgData name="Zakaria Latreche" userId="S::zakaria.latreche@etu.univ-smb.fr::19793422-f3ec-4eb4-b44a-baf1c0985a7a" providerId="AD" clId="Web-{7BFFF246-0CF6-92E6-5648-D2F4F6335AB9}"/>
    <pc:docChg chg="modSld">
      <pc:chgData name="Zakaria Latreche" userId="S::zakaria.latreche@etu.univ-smb.fr::19793422-f3ec-4eb4-b44a-baf1c0985a7a" providerId="AD" clId="Web-{7BFFF246-0CF6-92E6-5648-D2F4F6335AB9}" dt="2025-10-17T06:56:10.967" v="100" actId="20577"/>
      <pc:docMkLst>
        <pc:docMk/>
      </pc:docMkLst>
      <pc:sldChg chg="modSp">
        <pc:chgData name="Zakaria Latreche" userId="S::zakaria.latreche@etu.univ-smb.fr::19793422-f3ec-4eb4-b44a-baf1c0985a7a" providerId="AD" clId="Web-{7BFFF246-0CF6-92E6-5648-D2F4F6335AB9}" dt="2025-10-17T06:26:40.036" v="19" actId="20577"/>
        <pc:sldMkLst>
          <pc:docMk/>
          <pc:sldMk cId="2722702034" sldId="260"/>
        </pc:sldMkLst>
        <pc:spChg chg="mod">
          <ac:chgData name="Zakaria Latreche" userId="S::zakaria.latreche@etu.univ-smb.fr::19793422-f3ec-4eb4-b44a-baf1c0985a7a" providerId="AD" clId="Web-{7BFFF246-0CF6-92E6-5648-D2F4F6335AB9}" dt="2025-10-17T06:26:40.036" v="19" actId="20577"/>
          <ac:spMkLst>
            <pc:docMk/>
            <pc:sldMk cId="2722702034" sldId="260"/>
            <ac:spMk id="5" creationId="{17ED291D-5444-C409-3641-91EC5F9A342C}"/>
          </ac:spMkLst>
        </pc:spChg>
      </pc:sldChg>
      <pc:sldChg chg="addSp delSp modSp">
        <pc:chgData name="Zakaria Latreche" userId="S::zakaria.latreche@etu.univ-smb.fr::19793422-f3ec-4eb4-b44a-baf1c0985a7a" providerId="AD" clId="Web-{7BFFF246-0CF6-92E6-5648-D2F4F6335AB9}" dt="2025-10-17T06:56:10.967" v="100" actId="20577"/>
        <pc:sldMkLst>
          <pc:docMk/>
          <pc:sldMk cId="1568806784" sldId="262"/>
        </pc:sldMkLst>
        <pc:spChg chg="del">
          <ac:chgData name="Zakaria Latreche" userId="S::zakaria.latreche@etu.univ-smb.fr::19793422-f3ec-4eb4-b44a-baf1c0985a7a" providerId="AD" clId="Web-{7BFFF246-0CF6-92E6-5648-D2F4F6335AB9}" dt="2025-10-17T06:26:12.207" v="0"/>
          <ac:spMkLst>
            <pc:docMk/>
            <pc:sldMk cId="1568806784" sldId="262"/>
            <ac:spMk id="4" creationId="{69034C20-761C-AF0F-7C2A-8B42BA5B24A6}"/>
          </ac:spMkLst>
        </pc:spChg>
        <pc:spChg chg="add mod">
          <ac:chgData name="Zakaria Latreche" userId="S::zakaria.latreche@etu.univ-smb.fr::19793422-f3ec-4eb4-b44a-baf1c0985a7a" providerId="AD" clId="Web-{7BFFF246-0CF6-92E6-5648-D2F4F6335AB9}" dt="2025-10-17T06:56:10.967" v="100" actId="20577"/>
          <ac:spMkLst>
            <pc:docMk/>
            <pc:sldMk cId="1568806784" sldId="262"/>
            <ac:spMk id="5" creationId="{993DCD50-B9BF-8A94-193B-90EEE8CA6FC4}"/>
          </ac:spMkLst>
        </pc:spChg>
      </pc:sldChg>
      <pc:sldChg chg="addSp modSp">
        <pc:chgData name="Zakaria Latreche" userId="S::zakaria.latreche@etu.univ-smb.fr::19793422-f3ec-4eb4-b44a-baf1c0985a7a" providerId="AD" clId="Web-{7BFFF246-0CF6-92E6-5648-D2F4F6335AB9}" dt="2025-10-17T06:31:24.498" v="69" actId="20577"/>
        <pc:sldMkLst>
          <pc:docMk/>
          <pc:sldMk cId="2345282064" sldId="263"/>
        </pc:sldMkLst>
        <pc:spChg chg="add mod">
          <ac:chgData name="Zakaria Latreche" userId="S::zakaria.latreche@etu.univ-smb.fr::19793422-f3ec-4eb4-b44a-baf1c0985a7a" providerId="AD" clId="Web-{7BFFF246-0CF6-92E6-5648-D2F4F6335AB9}" dt="2025-10-17T06:31:05.575" v="68" actId="20577"/>
          <ac:spMkLst>
            <pc:docMk/>
            <pc:sldMk cId="2345282064" sldId="263"/>
            <ac:spMk id="6" creationId="{2A3653D7-F14E-D75F-F9EF-C56D2570E2DE}"/>
          </ac:spMkLst>
        </pc:spChg>
        <pc:spChg chg="add mod">
          <ac:chgData name="Zakaria Latreche" userId="S::zakaria.latreche@etu.univ-smb.fr::19793422-f3ec-4eb4-b44a-baf1c0985a7a" providerId="AD" clId="Web-{7BFFF246-0CF6-92E6-5648-D2F4F6335AB9}" dt="2025-10-17T06:31:24.498" v="69" actId="20577"/>
          <ac:spMkLst>
            <pc:docMk/>
            <pc:sldMk cId="2345282064" sldId="263"/>
            <ac:spMk id="7" creationId="{F8F31A5C-C8BA-D239-D8A1-02F1595D6118}"/>
          </ac:spMkLst>
        </pc:spChg>
        <pc:picChg chg="mod">
          <ac:chgData name="Zakaria Latreche" userId="S::zakaria.latreche@etu.univ-smb.fr::19793422-f3ec-4eb4-b44a-baf1c0985a7a" providerId="AD" clId="Web-{7BFFF246-0CF6-92E6-5648-D2F4F6335AB9}" dt="2025-10-17T06:28:12.430" v="23" actId="14100"/>
          <ac:picMkLst>
            <pc:docMk/>
            <pc:sldMk cId="2345282064" sldId="263"/>
            <ac:picMk id="4" creationId="{BE015E49-097B-D348-1E8B-62E83C6E5626}"/>
          </ac:picMkLst>
        </pc:picChg>
        <pc:picChg chg="mod">
          <ac:chgData name="Zakaria Latreche" userId="S::zakaria.latreche@etu.univ-smb.fr::19793422-f3ec-4eb4-b44a-baf1c0985a7a" providerId="AD" clId="Web-{7BFFF246-0CF6-92E6-5648-D2F4F6335AB9}" dt="2025-10-17T06:28:18.055" v="24" actId="1076"/>
          <ac:picMkLst>
            <pc:docMk/>
            <pc:sldMk cId="2345282064" sldId="263"/>
            <ac:picMk id="5" creationId="{4B9636ED-B779-9E4B-A657-5A4CC08C5238}"/>
          </ac:picMkLst>
        </pc:picChg>
      </pc:sldChg>
      <pc:sldChg chg="addSp modSp">
        <pc:chgData name="Zakaria Latreche" userId="S::zakaria.latreche@etu.univ-smb.fr::19793422-f3ec-4eb4-b44a-baf1c0985a7a" providerId="AD" clId="Web-{7BFFF246-0CF6-92E6-5648-D2F4F6335AB9}" dt="2025-10-17T06:32:09.420" v="97" actId="20577"/>
        <pc:sldMkLst>
          <pc:docMk/>
          <pc:sldMk cId="4121081686" sldId="264"/>
        </pc:sldMkLst>
        <pc:spChg chg="mod">
          <ac:chgData name="Zakaria Latreche" userId="S::zakaria.latreche@etu.univ-smb.fr::19793422-f3ec-4eb4-b44a-baf1c0985a7a" providerId="AD" clId="Web-{7BFFF246-0CF6-92E6-5648-D2F4F6335AB9}" dt="2025-10-17T06:28:00.961" v="22" actId="20577"/>
          <ac:spMkLst>
            <pc:docMk/>
            <pc:sldMk cId="4121081686" sldId="264"/>
            <ac:spMk id="5" creationId="{39B107FD-B965-AD2C-F813-C48F206D1D20}"/>
          </ac:spMkLst>
        </pc:spChg>
        <pc:spChg chg="add mod">
          <ac:chgData name="Zakaria Latreche" userId="S::zakaria.latreche@etu.univ-smb.fr::19793422-f3ec-4eb4-b44a-baf1c0985a7a" providerId="AD" clId="Web-{7BFFF246-0CF6-92E6-5648-D2F4F6335AB9}" dt="2025-10-17T06:32:09.420" v="97" actId="20577"/>
          <ac:spMkLst>
            <pc:docMk/>
            <pc:sldMk cId="4121081686" sldId="264"/>
            <ac:spMk id="7" creationId="{6396F8B9-42FB-AA7A-82C7-D8153D8FABFC}"/>
          </ac:spMkLst>
        </pc:spChg>
      </pc:sldChg>
      <pc:sldChg chg="modSp">
        <pc:chgData name="Zakaria Latreche" userId="S::zakaria.latreche@etu.univ-smb.fr::19793422-f3ec-4eb4-b44a-baf1c0985a7a" providerId="AD" clId="Web-{7BFFF246-0CF6-92E6-5648-D2F4F6335AB9}" dt="2025-10-17T06:39:44.058" v="98" actId="20577"/>
        <pc:sldMkLst>
          <pc:docMk/>
          <pc:sldMk cId="965228927" sldId="266"/>
        </pc:sldMkLst>
        <pc:spChg chg="mod">
          <ac:chgData name="Zakaria Latreche" userId="S::zakaria.latreche@etu.univ-smb.fr::19793422-f3ec-4eb4-b44a-baf1c0985a7a" providerId="AD" clId="Web-{7BFFF246-0CF6-92E6-5648-D2F4F6335AB9}" dt="2025-10-17T06:39:44.058" v="98" actId="20577"/>
          <ac:spMkLst>
            <pc:docMk/>
            <pc:sldMk cId="965228927" sldId="266"/>
            <ac:spMk id="2" creationId="{8D79485F-2638-37ED-BD4A-CEFFDF360477}"/>
          </ac:spMkLst>
        </pc:spChg>
        <pc:spChg chg="mod">
          <ac:chgData name="Zakaria Latreche" userId="S::zakaria.latreche@etu.univ-smb.fr::19793422-f3ec-4eb4-b44a-baf1c0985a7a" providerId="AD" clId="Web-{7BFFF246-0CF6-92E6-5648-D2F4F6335AB9}" dt="2025-10-17T06:27:49.445" v="21" actId="20577"/>
          <ac:spMkLst>
            <pc:docMk/>
            <pc:sldMk cId="965228927" sldId="266"/>
            <ac:spMk id="4" creationId="{37013C44-6AEB-4D4D-8756-CF088B37E5FD}"/>
          </ac:spMkLst>
        </pc:spChg>
      </pc:sldChg>
    </pc:docChg>
  </pc:docChgLst>
  <pc:docChgLst>
    <pc:chgData name="Julien Noireaux-Fattaz" userId="S::julien.noireaux-fattaz@etu.univ-smb.fr::9c141f4e-91fb-4738-9dcb-1cc1347cb075" providerId="AD" clId="Web-{72C85DB6-3C7A-4470-97D3-0807B15D3779}"/>
    <pc:docChg chg="modSld">
      <pc:chgData name="Julien Noireaux-Fattaz" userId="S::julien.noireaux-fattaz@etu.univ-smb.fr::9c141f4e-91fb-4738-9dcb-1cc1347cb075" providerId="AD" clId="Web-{72C85DB6-3C7A-4470-97D3-0807B15D3779}" dt="2025-10-05T19:02:17.942" v="36" actId="20577"/>
      <pc:docMkLst>
        <pc:docMk/>
      </pc:docMkLst>
      <pc:sldChg chg="modSp">
        <pc:chgData name="Julien Noireaux-Fattaz" userId="S::julien.noireaux-fattaz@etu.univ-smb.fr::9c141f4e-91fb-4738-9dcb-1cc1347cb075" providerId="AD" clId="Web-{72C85DB6-3C7A-4470-97D3-0807B15D3779}" dt="2025-10-05T19:02:17.942" v="36" actId="20577"/>
        <pc:sldMkLst>
          <pc:docMk/>
          <pc:sldMk cId="2722702034" sldId="260"/>
        </pc:sldMkLst>
        <pc:spChg chg="mod">
          <ac:chgData name="Julien Noireaux-Fattaz" userId="S::julien.noireaux-fattaz@etu.univ-smb.fr::9c141f4e-91fb-4738-9dcb-1cc1347cb075" providerId="AD" clId="Web-{72C85DB6-3C7A-4470-97D3-0807B15D3779}" dt="2025-10-05T19:02:17.942" v="36" actId="20577"/>
          <ac:spMkLst>
            <pc:docMk/>
            <pc:sldMk cId="2722702034" sldId="260"/>
            <ac:spMk id="2" creationId="{A1F27D22-BF52-21D1-1977-B713DF05198D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52AC2-D65B-F5E8-BCEC-00462C287E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C515E0-51FC-6501-CF83-2DD14E4906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630490-292C-CDEE-55A9-9801BAF0D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DACD9-4087-4A27-84B3-48F719B6C76A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738346-7B0C-0A1F-AE70-5622AA9D0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DCD490-2B30-C09F-C9CD-EE701EA56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733FE-436D-4E06-BEFC-0FFC192916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0966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204B1-CBBA-0768-E993-248D34ED7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D7481B-25F8-459A-AFC7-CDF29F2D96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D9745B-723D-13E5-0013-9FFB2EA57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DACD9-4087-4A27-84B3-48F719B6C76A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F4962D-CD47-7BBF-765C-F4D28DD66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074B1B-207E-FF9E-F796-551E22E21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733FE-436D-4E06-BEFC-0FFC192916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4240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AF7F0-8D0E-B639-3987-C14EF38D9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052951-2BC7-F106-3E51-8F21AA89E5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C56C1C-9BA8-479E-2D7D-1BF796A34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DACD9-4087-4A27-84B3-48F719B6C76A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D2D98E-B42A-3EBA-2BF0-EC28BC9C9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64E104-7843-5786-A459-1C78B634B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733FE-436D-4E06-BEFC-0FFC192916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1736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F576B-4061-7115-33C8-2348E6660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17C0C4-FAC3-1ECF-4D0B-078885EC1E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492D3D-34C6-5617-94C2-68BC0ABC0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F58DE9-C937-B411-AB40-685BB7663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DACD9-4087-4A27-84B3-48F719B6C76A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6B44D4-8D2D-A3B5-9730-A25BAC181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BEB827-1B73-99DC-3294-D17CD4230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733FE-436D-4E06-BEFC-0FFC192916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957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01726-9DE3-2723-E926-58033BEE23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3FACCD-7F05-41B4-A0FE-717F01190D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0B0A8B-F777-E4D0-50DD-D85CAA8225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78B85F-F95A-391C-42A0-E46C60C86C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175E8A-0ED6-18E4-B117-7C98469B9D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8F12D6D-A11E-B7C2-508B-CDB6AA323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DACD9-4087-4A27-84B3-48F719B6C76A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AB26E2-E641-C17A-AF69-B90EB7746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2114B7B-5E2D-579D-5566-13BEDF5ED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733FE-436D-4E06-BEFC-0FFC192916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193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5E386-D062-1F0B-40D1-2C7394FD8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F8D3A2-26C7-906F-EFF1-07E027D77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DACD9-4087-4A27-84B3-48F719B6C76A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E46D3A-E27F-E006-0723-A30C3D4FB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F036DE-6399-0866-9E71-2F19CD6D8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733FE-436D-4E06-BEFC-0FFC192916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9616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E3F60A-E0E9-FCBB-1EE5-4ADC3ABA3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DACD9-4087-4A27-84B3-48F719B6C76A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17829D-8D4F-ADC3-D099-E071F406D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81FAE0-652F-E9CD-BEF3-5F862AFA0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733FE-436D-4E06-BEFC-0FFC192916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289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4B9F4-8162-CBC6-C29C-4521B5850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6F9180-B232-3159-88DB-B22B421D48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6A1BD1-0DFF-655F-54A7-13C21AC7D4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D0169D-C3F4-5B34-B26B-08D3022EC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DACD9-4087-4A27-84B3-48F719B6C76A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9D32FF-886E-9BEC-15A7-C0B3F6EB2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A2ED5A-00A0-9394-17D9-38991CEA0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733FE-436D-4E06-BEFC-0FFC192916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2638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4C196-864E-DB90-5FA2-81FED9D19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5E0A04-165F-08E3-A620-254638F7CB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25DF08-2E23-4290-7774-FD2641B27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3559F0-D66F-D18A-9119-6ACFB4266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DACD9-4087-4A27-84B3-48F719B6C76A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DFC32C-E37F-AF92-86B8-48507B654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37806D-AD65-418D-E83F-69EFA7182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733FE-436D-4E06-BEFC-0FFC192916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0262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98F01-AFF9-476B-1BD1-24896D242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23CE46-613A-AC20-30CD-5AF43FD733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042E5B-7FF9-0375-97AF-7C2E29771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DACD9-4087-4A27-84B3-48F719B6C76A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EC23A0-FFF0-CF53-85DC-33A03D0E29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794D49-E3ED-0906-59C8-A2ACB81BC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733FE-436D-4E06-BEFC-0FFC192916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1133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549CF1C-D544-E623-8F56-5796C3755B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29D3CC-7155-9316-72EA-934CF37372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D9D606-AB61-8080-0091-ABDDD84B1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DACD9-4087-4A27-84B3-48F719B6C76A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BEE97D-8D30-A520-BB58-AD3EFFC62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5113B0-6072-A66A-9E3B-A66C91A50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733FE-436D-4E06-BEFC-0FFC192916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1129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A0C1CAD-4ED7-DB2B-F286-DCE0B6A76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43AC41-9B2F-6A2A-157B-9B475999CE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2DB6D-7507-7428-5424-76BAEAE391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4DACD9-4087-4A27-84B3-48F719B6C76A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6EAF98-1E95-5598-082F-AA69AC871A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10C489-15CC-5B29-BEF4-79F8338F33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B733FE-436D-4E06-BEFC-0FFC192916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5351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E18F6E8B-15ED-43C7-94BA-91549A651C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0C7CC5-3E56-885B-5FE1-EFD584C8D0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4701" y="2364051"/>
            <a:ext cx="5920119" cy="2714879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sz="4000">
                <a:latin typeface="Consolas"/>
              </a:rPr>
              <a:t>Competition </a:t>
            </a:r>
            <a:r>
              <a:rPr lang="en-US" sz="4000" err="1">
                <a:latin typeface="Consolas"/>
              </a:rPr>
              <a:t>Eurobot</a:t>
            </a:r>
            <a:r>
              <a:rPr lang="en-US" sz="4000">
                <a:latin typeface="Consolas"/>
              </a:rPr>
              <a:t> Team (S2) Sneaky Squirrel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8D1FFA-0EC8-1BA2-E90C-86DDE4FB2B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741751"/>
            <a:ext cx="6601835" cy="2074974"/>
          </a:xfrm>
        </p:spPr>
        <p:txBody>
          <a:bodyPr vert="horz" lIns="91440" tIns="45720" rIns="91440" bIns="45720" rtlCol="0" anchor="b">
            <a:normAutofit fontScale="92500" lnSpcReduction="20000"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endParaRPr lang="en-US" sz="1600">
              <a:latin typeface="Miriam Fixed"/>
              <a:cs typeface="Miriam Fixed"/>
            </a:endParaRPr>
          </a:p>
          <a:p>
            <a:pPr algn="l"/>
            <a:r>
              <a:rPr lang="en-US" sz="1600" b="1">
                <a:latin typeface="Miriam Fixed"/>
                <a:cs typeface="Miriam Fixed"/>
              </a:rPr>
              <a:t>Team Members: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600">
                <a:latin typeface="Miriam Fixed"/>
                <a:cs typeface="Miriam Fixed"/>
              </a:rPr>
              <a:t> Julien NOIREAUX-FATTAZ,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600">
                <a:latin typeface="Miriam Fixed"/>
                <a:cs typeface="Miriam Fixed"/>
              </a:rPr>
              <a:t> Karam DALI,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600">
                <a:latin typeface="Miriam Fixed"/>
                <a:cs typeface="Miriam Fixed"/>
              </a:rPr>
              <a:t> Melchior BAUDOIN, 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600">
                <a:latin typeface="Miriam Fixed"/>
                <a:cs typeface="Miriam Fixed"/>
              </a:rPr>
              <a:t> Muhammed-Adeel KHAN, 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600">
                <a:latin typeface="Miriam Fixed"/>
                <a:cs typeface="Miriam Fixed"/>
              </a:rPr>
              <a:t> Zakaria LATRECHE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160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048031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089A89A-1E9C-4761-9DFF-53C275FBF8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0" y="257770"/>
            <a:ext cx="4837176" cy="297996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7047576E-F789-BDF4-0D06-C1F5CB7F5D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25833" y="945537"/>
            <a:ext cx="4324849" cy="1602971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0" y="3462252"/>
            <a:ext cx="4837176" cy="297996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16466B75-A787-AC78-EDFC-7511C5A5CD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4162" y="4308912"/>
            <a:ext cx="4324849" cy="1286642"/>
          </a:xfrm>
          <a:prstGeom prst="rect">
            <a:avLst/>
          </a:prstGeom>
        </p:spPr>
      </p:pic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AECEA9C-0273-8DB0-E76B-8FF1B6FCF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82025" y="6451600"/>
            <a:ext cx="2743200" cy="365125"/>
          </a:xfrm>
        </p:spPr>
        <p:txBody>
          <a:bodyPr/>
          <a:lstStyle/>
          <a:p>
            <a:fld id="{CFB733FE-436D-4E06-BEFC-0FFC19291655}" type="slidenum">
              <a:rPr lang="en-US" dirty="0" smtClean="0">
                <a:solidFill>
                  <a:schemeClr val="bg1"/>
                </a:solidFill>
              </a:rPr>
              <a:t>1</a:t>
            </a:fld>
            <a:endParaRPr lang="fr-FR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52279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8" name="Rectangle 37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F27D22-BF52-21D1-1977-B713DF0519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sz="4000" b="1">
                <a:solidFill>
                  <a:srgbClr val="0D4D84"/>
                </a:solidFill>
                <a:latin typeface="Consolas" panose="020B0609020204030204" pitchFamily="49" charset="0"/>
              </a:rPr>
              <a:t>Table of Contents</a:t>
            </a:r>
            <a:endParaRPr lang="en-US" sz="1400" i="1" kern="1200">
              <a:solidFill>
                <a:srgbClr val="0D4D84"/>
              </a:solidFill>
              <a:latin typeface="Consolas" panose="020B0609020204030204" pitchFamily="49" charset="0"/>
              <a:cs typeface="Miriam Fixed"/>
            </a:endParaRP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Picture 31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05AC5EBC-9532-4E4F-8D93-092CECA175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8596" y="1117347"/>
            <a:ext cx="2800850" cy="866990"/>
          </a:xfrm>
          <a:prstGeom prst="rect">
            <a:avLst/>
          </a:prstGeom>
        </p:spPr>
      </p:pic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21CDDE03-3397-91BA-82BF-67F642F90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89700"/>
            <a:ext cx="2743200" cy="365125"/>
          </a:xfrm>
        </p:spPr>
        <p:txBody>
          <a:bodyPr/>
          <a:lstStyle/>
          <a:p>
            <a:fld id="{CFB733FE-436D-4E06-BEFC-0FFC19291655}" type="slidenum">
              <a:rPr lang="en-US" dirty="0" smtClean="0">
                <a:solidFill>
                  <a:schemeClr val="tx1"/>
                </a:solidFill>
              </a:rPr>
              <a:t>2</a:t>
            </a:fld>
            <a:endParaRPr lang="fr-FR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ED291D-5444-C409-3641-91EC5F9A342C}"/>
              </a:ext>
            </a:extLst>
          </p:cNvPr>
          <p:cNvSpPr txBox="1"/>
          <p:nvPr/>
        </p:nvSpPr>
        <p:spPr>
          <a:xfrm>
            <a:off x="640078" y="2890684"/>
            <a:ext cx="10907488" cy="255454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3200">
                <a:latin typeface="Consolas"/>
              </a:rPr>
              <a:t>1 – Strategies &amp; Objectives.</a:t>
            </a:r>
          </a:p>
          <a:p>
            <a:r>
              <a:rPr lang="en-GB" sz="3200">
                <a:latin typeface="Consolas"/>
                <a:ea typeface="Calibri"/>
                <a:cs typeface="Calibri"/>
              </a:rPr>
              <a:t>2 – Technical Challenges.</a:t>
            </a:r>
          </a:p>
          <a:p>
            <a:r>
              <a:rPr lang="en-GB" sz="3200">
                <a:latin typeface="Consolas"/>
                <a:ea typeface="Calibri"/>
                <a:cs typeface="Calibri"/>
              </a:rPr>
              <a:t>3 – System Architecture.</a:t>
            </a:r>
          </a:p>
          <a:p>
            <a:r>
              <a:rPr lang="en-GB" sz="3200">
                <a:latin typeface="Consolas"/>
                <a:ea typeface="Calibri"/>
                <a:cs typeface="Calibri"/>
              </a:rPr>
              <a:t>4 - Mechanical Design.</a:t>
            </a:r>
          </a:p>
          <a:p>
            <a:r>
              <a:rPr lang="en-GB" sz="3200">
                <a:latin typeface="Consolas"/>
                <a:ea typeface="Calibri"/>
                <a:cs typeface="Calibri"/>
              </a:rPr>
              <a:t>5 – Project Management.</a:t>
            </a:r>
          </a:p>
        </p:txBody>
      </p:sp>
    </p:spTree>
    <p:extLst>
      <p:ext uri="{BB962C8B-B14F-4D97-AF65-F5344CB8AC3E}">
        <p14:creationId xmlns:p14="http://schemas.microsoft.com/office/powerpoint/2010/main" val="27227020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83F545-CAE5-5A91-055A-6133E848E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A2DBA3AE-C57B-444D-DF7E-9E80ACB34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3602B4F-B900-529E-3E62-E2FFA1D496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CC1A887C-FE3D-586A-17CD-36307014B7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1707225C-D7AA-51E0-96EF-7B2040DC3B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0D1BD6C0-36C9-13F0-A7E1-03BF09FC87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8" name="Rectangle 37">
            <a:extLst>
              <a:ext uri="{FF2B5EF4-FFF2-40B4-BE49-F238E27FC236}">
                <a16:creationId xmlns:a16="http://schemas.microsoft.com/office/drawing/2014/main" id="{9BDCA785-A0AC-ED0E-0A80-2FA7AF7A8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85F750-0EAF-E62B-E561-245E9B716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503" y="803334"/>
            <a:ext cx="10173010" cy="155448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sz="4000">
                <a:latin typeface="Consolas" panose="020B0609020204030204" pitchFamily="49" charset="0"/>
              </a:rPr>
              <a:t>Strategies &amp; Objectives</a:t>
            </a:r>
            <a:endParaRPr lang="en-US" sz="4000">
              <a:solidFill>
                <a:srgbClr val="0D4D84"/>
              </a:solidFill>
              <a:latin typeface="Consolas"/>
              <a:ea typeface="+mj-lt"/>
              <a:cs typeface="+mj-lt"/>
            </a:endParaRP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EF158FDD-5F3A-8CC2-6481-40B4C6192D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F59C9024-A7CE-6505-1A65-A0E910014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89700"/>
            <a:ext cx="2743200" cy="365125"/>
          </a:xfrm>
        </p:spPr>
        <p:txBody>
          <a:bodyPr/>
          <a:lstStyle/>
          <a:p>
            <a:fld id="{CFB733FE-436D-4E06-BEFC-0FFC19291655}" type="slidenum">
              <a:rPr lang="en-US" dirty="0" smtClean="0">
                <a:solidFill>
                  <a:schemeClr val="tx1"/>
                </a:solidFill>
              </a:rPr>
              <a:t>3</a:t>
            </a:fld>
            <a:endParaRPr lang="fr-FR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3DCD50-B9BF-8A94-193B-90EEE8CA6FC4}"/>
              </a:ext>
            </a:extLst>
          </p:cNvPr>
          <p:cNvSpPr txBox="1"/>
          <p:nvPr/>
        </p:nvSpPr>
        <p:spPr>
          <a:xfrm>
            <a:off x="636740" y="2938397"/>
            <a:ext cx="10908081" cy="25545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3210" indent="-283210">
              <a:buFont typeface="Arial"/>
              <a:buChar char="•"/>
            </a:pPr>
            <a:r>
              <a:rPr lang="en-GB" sz="2000" b="1">
                <a:latin typeface="Consolas"/>
              </a:rPr>
              <a:t>Find the hazelnuts and move toward them (prioritising the nearest one).</a:t>
            </a:r>
            <a:endParaRPr lang="en-US"/>
          </a:p>
          <a:p>
            <a:pPr marL="283210" indent="-283210">
              <a:buFont typeface="Arial"/>
              <a:buChar char="•"/>
            </a:pPr>
            <a:r>
              <a:rPr lang="en-GB" sz="2000" b="1">
                <a:latin typeface="Consolas"/>
              </a:rPr>
              <a:t>Differentiate between our team and enemy team hazelnuts</a:t>
            </a:r>
            <a:r>
              <a:rPr lang="en-GB" sz="2000">
                <a:latin typeface="Consolas"/>
              </a:rPr>
              <a:t> (giving priority to ours).</a:t>
            </a:r>
          </a:p>
          <a:p>
            <a:pPr marL="283210" indent="-283210">
              <a:buFont typeface="Arial"/>
              <a:buChar char="•"/>
            </a:pPr>
            <a:r>
              <a:rPr lang="en-GB" sz="2000">
                <a:latin typeface="Consolas"/>
              </a:rPr>
              <a:t>Colour recognition will be used to identify the hazelnuts.</a:t>
            </a:r>
          </a:p>
          <a:p>
            <a:pPr marL="283210" indent="-283210">
              <a:buFont typeface="Arial"/>
              <a:buChar char="•"/>
            </a:pPr>
            <a:r>
              <a:rPr lang="en-GB" sz="2000">
                <a:latin typeface="Consolas"/>
              </a:rPr>
              <a:t>If a hazelnut crate is not of our colour, </a:t>
            </a:r>
            <a:r>
              <a:rPr lang="en-GB" sz="2000">
                <a:latin typeface="Consolas"/>
                <a:ea typeface="+mn-lt"/>
                <a:cs typeface="+mn-lt"/>
              </a:rPr>
              <a:t>the robot will flip it</a:t>
            </a:r>
            <a:endParaRPr lang="en-GB" sz="2000">
              <a:latin typeface="Consolas"/>
            </a:endParaRPr>
          </a:p>
          <a:p>
            <a:pPr marL="283210" indent="-283210">
              <a:buFont typeface="Arial"/>
              <a:buChar char="•"/>
            </a:pPr>
            <a:r>
              <a:rPr lang="en-GB" sz="2000">
                <a:latin typeface="Consolas"/>
              </a:rPr>
              <a:t>Every 6 points scored, the robot’s role will be leveraged to verify the cursor position (the cursor must be centred).</a:t>
            </a:r>
          </a:p>
          <a:p>
            <a:pPr marL="283210" indent="-283210">
              <a:buFont typeface="Arial"/>
              <a:buChar char="•"/>
            </a:pPr>
            <a:r>
              <a:rPr lang="en-GB" sz="2000">
                <a:latin typeface="Consolas"/>
              </a:rPr>
              <a:t>We will rely on a camera, ArUco codes, and a localisation system.</a:t>
            </a:r>
          </a:p>
        </p:txBody>
      </p:sp>
    </p:spTree>
    <p:extLst>
      <p:ext uri="{BB962C8B-B14F-4D97-AF65-F5344CB8AC3E}">
        <p14:creationId xmlns:p14="http://schemas.microsoft.com/office/powerpoint/2010/main" val="15688067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B9BBC2-F9D4-9287-23CC-D2C6D0B8B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858C089A-9DDB-DD82-FF18-6ECA14A055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24758969-E924-C2F9-83A5-1069640E46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4BE1240B-0385-768A-3EAA-304A06392F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52C3490F-EEED-72D6-CE97-08FB78A19F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E3E28D02-F077-A23D-E151-C5DBF8ED8D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8" name="Rectangle 37">
            <a:extLst>
              <a:ext uri="{FF2B5EF4-FFF2-40B4-BE49-F238E27FC236}">
                <a16:creationId xmlns:a16="http://schemas.microsoft.com/office/drawing/2014/main" id="{3A057FA4-A7A3-C998-D03A-614751797F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79485F-2638-37ED-BD4A-CEFFDF360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503" y="803334"/>
            <a:ext cx="10173010" cy="155448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sz="4000">
                <a:latin typeface="Consolas"/>
                <a:ea typeface="+mj-lt"/>
                <a:cs typeface="+mj-lt"/>
              </a:rPr>
              <a:t>Technical Challenges</a:t>
            </a:r>
            <a:endParaRPr lang="en-US">
              <a:latin typeface="Consolas"/>
            </a:endParaRP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8E51A654-23F1-3D46-D2A6-1F7D57778E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69EDE912-B14B-FE4B-3884-5986005A7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89700"/>
            <a:ext cx="2743200" cy="365125"/>
          </a:xfrm>
        </p:spPr>
        <p:txBody>
          <a:bodyPr/>
          <a:lstStyle/>
          <a:p>
            <a:fld id="{CFB733FE-436D-4E06-BEFC-0FFC19291655}" type="slidenum">
              <a:rPr lang="en-US" dirty="0" smtClean="0">
                <a:solidFill>
                  <a:schemeClr val="tx1"/>
                </a:solidFill>
              </a:rPr>
              <a:t>4</a:t>
            </a:fld>
            <a:endParaRPr lang="fr-FR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013C44-6AEB-4D4D-8756-CF088B37E5FD}"/>
              </a:ext>
            </a:extLst>
          </p:cNvPr>
          <p:cNvSpPr txBox="1"/>
          <p:nvPr/>
        </p:nvSpPr>
        <p:spPr>
          <a:xfrm>
            <a:off x="640079" y="2890684"/>
            <a:ext cx="10907487" cy="31700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GB">
                <a:latin typeface="Consolas"/>
                <a:ea typeface="+mn-lt"/>
                <a:cs typeface="+mn-lt"/>
              </a:rPr>
              <a:t>Continuous Live Tracking: Precisely track the robot, all hazelnut crates, and the opposing robot's position and trajectory in real-time.</a:t>
            </a:r>
            <a:endParaRPr lang="en-GB">
              <a:latin typeface="Consolas"/>
            </a:endParaRPr>
          </a:p>
          <a:p>
            <a:pPr marL="342900" indent="-342900">
              <a:buFont typeface="Arial"/>
              <a:buChar char="•"/>
            </a:pPr>
            <a:r>
              <a:rPr lang="en-GB">
                <a:latin typeface="Consolas"/>
                <a:ea typeface="+mn-lt"/>
                <a:cs typeface="+mn-lt"/>
              </a:rPr>
              <a:t>Dynamic Navigation: Use a robust path-planning algorithm that updates to avoid moving and static obstacles.</a:t>
            </a:r>
          </a:p>
          <a:p>
            <a:pPr marL="342900" indent="-342900">
              <a:buFont typeface="Arial"/>
              <a:buChar char="•"/>
            </a:pPr>
            <a:r>
              <a:rPr lang="en-GB">
                <a:latin typeface="Consolas"/>
                <a:ea typeface="+mn-lt"/>
                <a:cs typeface="+mn-lt"/>
              </a:rPr>
              <a:t>Simple &amp; Robust Hardware: Employ a minimalist mechanical design with a colour-actuated gripping mechanism.</a:t>
            </a:r>
          </a:p>
          <a:p>
            <a:pPr marL="342900" indent="-342900">
              <a:buFont typeface="Arial"/>
              <a:buChar char="•"/>
            </a:pPr>
            <a:r>
              <a:rPr lang="en-GB">
                <a:latin typeface="Consolas"/>
                <a:ea typeface="+mn-lt"/>
                <a:cs typeface="+mn-lt"/>
              </a:rPr>
              <a:t>Monitor the crate count in the nest (max 6) and track the fill status of the pantries.</a:t>
            </a:r>
            <a:endParaRPr lang="en-GB">
              <a:latin typeface="Consolas"/>
            </a:endParaRPr>
          </a:p>
          <a:p>
            <a:pPr marL="342900" indent="-342900">
              <a:buFont typeface="Arial"/>
              <a:buChar char="•"/>
            </a:pPr>
            <a:r>
              <a:rPr lang="en-GB">
                <a:latin typeface="Consolas"/>
                <a:ea typeface="+mn-lt"/>
                <a:cs typeface="+mn-lt"/>
              </a:rPr>
              <a:t>Efficient Strategy: An algorithm calculates the optimal destination for each crate based on the lowest transport cost.</a:t>
            </a:r>
            <a:endParaRPr lang="en-GB">
              <a:latin typeface="Consolas"/>
            </a:endParaRPr>
          </a:p>
          <a:p>
            <a:pPr>
              <a:buFont typeface="Arial"/>
              <a:buChar char="•"/>
            </a:pPr>
            <a:endParaRPr lang="en-GB" sz="2000"/>
          </a:p>
        </p:txBody>
      </p:sp>
    </p:spTree>
    <p:extLst>
      <p:ext uri="{BB962C8B-B14F-4D97-AF65-F5344CB8AC3E}">
        <p14:creationId xmlns:p14="http://schemas.microsoft.com/office/powerpoint/2010/main" val="9652289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54C7BC-ED49-87EB-5A73-3FCA01B71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E6508B79-788C-13EC-61BE-B7581EDFA9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BDA17E34-27EF-2E0B-F97D-29E1886919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C33E6F69-6969-F543-A2DC-FFD75CB00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E758D7E8-7C01-5FC4-B41E-DB64540012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A9625DA7-5606-34D7-252D-C1BA81DD3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8" name="Rectangle 37">
            <a:extLst>
              <a:ext uri="{FF2B5EF4-FFF2-40B4-BE49-F238E27FC236}">
                <a16:creationId xmlns:a16="http://schemas.microsoft.com/office/drawing/2014/main" id="{736BFC80-1C24-AD63-042C-3F9A4201E2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8C80F8-2D98-9471-F68E-8DD4EF301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sz="4000">
                <a:solidFill>
                  <a:srgbClr val="000000"/>
                </a:solidFill>
                <a:latin typeface="Consolas"/>
                <a:ea typeface="+mj-lt"/>
                <a:cs typeface="+mj-lt"/>
              </a:rPr>
              <a:t>System Architecture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7E2820A-8BDD-EF0E-6178-D507B87A92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6A45C944-6708-EA80-886A-B1AC9EF63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89700"/>
            <a:ext cx="2743200" cy="365125"/>
          </a:xfrm>
        </p:spPr>
        <p:txBody>
          <a:bodyPr/>
          <a:lstStyle/>
          <a:p>
            <a:fld id="{CFB733FE-436D-4E06-BEFC-0FFC19291655}" type="slidenum">
              <a:rPr lang="en-US" dirty="0" smtClean="0">
                <a:solidFill>
                  <a:schemeClr val="tx1"/>
                </a:solidFill>
              </a:rPr>
              <a:t>5</a:t>
            </a:fld>
            <a:endParaRPr lang="fr-FR">
              <a:solidFill>
                <a:schemeClr val="tx1"/>
              </a:solidFill>
            </a:endParaRPr>
          </a:p>
        </p:txBody>
      </p:sp>
      <p:pic>
        <p:nvPicPr>
          <p:cNvPr id="4" name="Picture 3" descr="A diagram of a robot system&#10;&#10;AI-generated content may be incorrect.">
            <a:extLst>
              <a:ext uri="{FF2B5EF4-FFF2-40B4-BE49-F238E27FC236}">
                <a16:creationId xmlns:a16="http://schemas.microsoft.com/office/drawing/2014/main" id="{BC10FDEE-3CCE-C1A3-2C86-55AC7AFAE4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8535" y="633482"/>
            <a:ext cx="5129972" cy="510512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9B107FD-B965-AD2C-F813-C48F206D1D20}"/>
              </a:ext>
            </a:extLst>
          </p:cNvPr>
          <p:cNvSpPr txBox="1"/>
          <p:nvPr/>
        </p:nvSpPr>
        <p:spPr>
          <a:xfrm>
            <a:off x="850899" y="2908300"/>
            <a:ext cx="4813299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>
                <a:latin typeface="Consolas"/>
              </a:rPr>
              <a:t>Mapping System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latin typeface="Consolas"/>
              </a:rPr>
              <a:t>Path Planning System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latin typeface="Consolas"/>
              </a:rPr>
              <a:t>Robot Control System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96F8B9-42FB-AA7A-82C7-D8153D8FABFC}"/>
              </a:ext>
            </a:extLst>
          </p:cNvPr>
          <p:cNvSpPr txBox="1"/>
          <p:nvPr/>
        </p:nvSpPr>
        <p:spPr>
          <a:xfrm>
            <a:off x="7559718" y="5843439"/>
            <a:ext cx="3696241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>
                <a:latin typeface="Consolas"/>
              </a:rPr>
              <a:t>Figure 1 : System Architecture</a:t>
            </a:r>
            <a:endParaRPr lang="en-US">
              <a:latin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41210816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D2251F-D73A-BDB2-40BB-FB22122465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920BCCCC-A335-7769-8B34-36FDF1CD69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8BECC793-028C-E7E0-18E7-D915008E2D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346C7B2F-202F-00D6-991D-1FAFF0EA97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5517F0E3-C273-CF6C-011F-F4E8B40D6A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2C5F2226-827D-573C-F2DA-91BC59F1C6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8" name="Rectangle 37">
            <a:extLst>
              <a:ext uri="{FF2B5EF4-FFF2-40B4-BE49-F238E27FC236}">
                <a16:creationId xmlns:a16="http://schemas.microsoft.com/office/drawing/2014/main" id="{701C0AC8-134A-472B-A02C-F5E8D92EBA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6AF4B6-5031-553E-5114-23316F22FE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sz="4000">
                <a:latin typeface="Consolas" panose="020B0609020204030204" pitchFamily="49" charset="0"/>
              </a:rPr>
              <a:t>Mechanical Design</a:t>
            </a:r>
            <a:endParaRPr lang="en-US" sz="4000">
              <a:solidFill>
                <a:srgbClr val="0D4D84"/>
              </a:solidFill>
              <a:latin typeface="Consolas"/>
              <a:ea typeface="+mj-lt"/>
              <a:cs typeface="+mj-lt"/>
            </a:endParaRP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7D71EF9A-C474-D208-B76D-9A483B7408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143085A0-B3A0-9BCD-39F9-E51983C77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89700"/>
            <a:ext cx="2743200" cy="365125"/>
          </a:xfrm>
        </p:spPr>
        <p:txBody>
          <a:bodyPr/>
          <a:lstStyle/>
          <a:p>
            <a:fld id="{CFB733FE-436D-4E06-BEFC-0FFC19291655}" type="slidenum">
              <a:rPr lang="en-US" dirty="0" smtClean="0">
                <a:solidFill>
                  <a:schemeClr val="tx1"/>
                </a:solidFill>
              </a:rPr>
              <a:t>6</a:t>
            </a:fld>
            <a:endParaRPr lang="fr-FR">
              <a:solidFill>
                <a:schemeClr val="tx1"/>
              </a:solidFill>
            </a:endParaRPr>
          </a:p>
        </p:txBody>
      </p:sp>
      <p:pic>
        <p:nvPicPr>
          <p:cNvPr id="4" name="Image 3" descr="Une image contenant pneu, roue, Pièce auto, capture d’écran&#10;&#10;Le contenu généré par l’IA peut être incorrect.">
            <a:extLst>
              <a:ext uri="{FF2B5EF4-FFF2-40B4-BE49-F238E27FC236}">
                <a16:creationId xmlns:a16="http://schemas.microsoft.com/office/drawing/2014/main" id="{BE015E49-097B-D348-1E8B-62E83C6E562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000" t="-993" r="-213" b="5519"/>
          <a:stretch>
            <a:fillRect/>
          </a:stretch>
        </p:blipFill>
        <p:spPr>
          <a:xfrm>
            <a:off x="1482148" y="2505798"/>
            <a:ext cx="3833696" cy="3426038"/>
          </a:xfrm>
          <a:prstGeom prst="rect">
            <a:avLst/>
          </a:prstGeom>
        </p:spPr>
      </p:pic>
      <p:pic>
        <p:nvPicPr>
          <p:cNvPr id="5" name="Image 4" descr="Une image contenant arme, jouet&#10;&#10;Le contenu généré par l’IA peut être incorrect.">
            <a:extLst>
              <a:ext uri="{FF2B5EF4-FFF2-40B4-BE49-F238E27FC236}">
                <a16:creationId xmlns:a16="http://schemas.microsoft.com/office/drawing/2014/main" id="{4B9636ED-B779-9E4B-A657-5A4CC08C523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044" r="221" b="4918"/>
          <a:stretch>
            <a:fillRect/>
          </a:stretch>
        </p:blipFill>
        <p:spPr>
          <a:xfrm>
            <a:off x="6129641" y="2670953"/>
            <a:ext cx="4413817" cy="310666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A3653D7-F14E-D75F-F9EF-C56D2570E2DE}"/>
              </a:ext>
            </a:extLst>
          </p:cNvPr>
          <p:cNvSpPr txBox="1"/>
          <p:nvPr/>
        </p:nvSpPr>
        <p:spPr>
          <a:xfrm>
            <a:off x="1547225" y="6114836"/>
            <a:ext cx="369624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>
                <a:latin typeface="Consolas"/>
              </a:rPr>
              <a:t>Figure 2 : 1st Design.</a:t>
            </a:r>
            <a:endParaRPr lang="en-US">
              <a:latin typeface="Consola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F31A5C-C8BA-D239-D8A1-02F1595D6118}"/>
              </a:ext>
            </a:extLst>
          </p:cNvPr>
          <p:cNvSpPr txBox="1"/>
          <p:nvPr/>
        </p:nvSpPr>
        <p:spPr>
          <a:xfrm>
            <a:off x="6849909" y="6062644"/>
            <a:ext cx="369624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>
                <a:latin typeface="Consolas"/>
              </a:rPr>
              <a:t>Figure 2 : 2end  design.</a:t>
            </a:r>
            <a:endParaRPr lang="en-US">
              <a:latin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23452820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382B5C-62CD-8675-86A0-4BBB84F12B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F3E6D225-F8CF-98E1-1460-B159B1FEB3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4BC19806-6535-3C77-1373-250D7FE086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6F0207B9-D2B7-F75C-B1D4-653B0C0A09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AAA90857-73E7-AB49-9F5C-4DB0C8AE87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D6F0940F-1759-5F7A-0165-C8B2C8F375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8" name="Rectangle 37">
            <a:extLst>
              <a:ext uri="{FF2B5EF4-FFF2-40B4-BE49-F238E27FC236}">
                <a16:creationId xmlns:a16="http://schemas.microsoft.com/office/drawing/2014/main" id="{4DD9E0BF-D737-8741-E7A8-6F6F68137C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A31283-F3D7-BC04-F985-B34CFABD5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sz="4000">
                <a:latin typeface="Consolas" panose="020B0609020204030204" pitchFamily="49" charset="0"/>
              </a:rPr>
              <a:t>Project Management</a:t>
            </a:r>
            <a:endParaRPr lang="en-US" sz="4000">
              <a:solidFill>
                <a:srgbClr val="0D4D84"/>
              </a:solidFill>
              <a:latin typeface="Consolas"/>
              <a:ea typeface="+mj-lt"/>
              <a:cs typeface="+mj-lt"/>
            </a:endParaRP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E23A05E4-8251-FFDD-7AEB-7AB897E0C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E7727248-992D-DFFA-1925-774004D85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89700"/>
            <a:ext cx="2743200" cy="365125"/>
          </a:xfrm>
        </p:spPr>
        <p:txBody>
          <a:bodyPr/>
          <a:lstStyle/>
          <a:p>
            <a:fld id="{CFB733FE-436D-4E06-BEFC-0FFC19291655}" type="slidenum">
              <a:rPr lang="en-US" dirty="0" smtClean="0">
                <a:solidFill>
                  <a:schemeClr val="tx1"/>
                </a:solidFill>
              </a:rPr>
              <a:t>7</a:t>
            </a:fld>
            <a:endParaRPr lang="fr-FR">
              <a:solidFill>
                <a:schemeClr val="tx1"/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9EDA216-EFFB-1CAA-977F-F897F2077A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4851465"/>
              </p:ext>
            </p:extLst>
          </p:nvPr>
        </p:nvGraphicFramePr>
        <p:xfrm>
          <a:off x="641195" y="2741341"/>
          <a:ext cx="10985272" cy="354584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4250082">
                  <a:extLst>
                    <a:ext uri="{9D8B030D-6E8A-4147-A177-3AD203B41FA5}">
                      <a16:colId xmlns:a16="http://schemas.microsoft.com/office/drawing/2014/main" val="125818038"/>
                    </a:ext>
                  </a:extLst>
                </a:gridCol>
                <a:gridCol w="1583173">
                  <a:extLst>
                    <a:ext uri="{9D8B030D-6E8A-4147-A177-3AD203B41FA5}">
                      <a16:colId xmlns:a16="http://schemas.microsoft.com/office/drawing/2014/main" val="4087772175"/>
                    </a:ext>
                  </a:extLst>
                </a:gridCol>
                <a:gridCol w="1583173">
                  <a:extLst>
                    <a:ext uri="{9D8B030D-6E8A-4147-A177-3AD203B41FA5}">
                      <a16:colId xmlns:a16="http://schemas.microsoft.com/office/drawing/2014/main" val="1960247491"/>
                    </a:ext>
                  </a:extLst>
                </a:gridCol>
                <a:gridCol w="1502670">
                  <a:extLst>
                    <a:ext uri="{9D8B030D-6E8A-4147-A177-3AD203B41FA5}">
                      <a16:colId xmlns:a16="http://schemas.microsoft.com/office/drawing/2014/main" val="2586078089"/>
                    </a:ext>
                  </a:extLst>
                </a:gridCol>
                <a:gridCol w="2066174">
                  <a:extLst>
                    <a:ext uri="{9D8B030D-6E8A-4147-A177-3AD203B41FA5}">
                      <a16:colId xmlns:a16="http://schemas.microsoft.com/office/drawing/2014/main" val="2034989376"/>
                    </a:ext>
                  </a:extLst>
                </a:gridCol>
              </a:tblGrid>
              <a:tr h="4432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solidFill>
                            <a:schemeClr val="bg1"/>
                          </a:solidFill>
                          <a:effectLst/>
                        </a:rPr>
                        <a:t>Task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solidFill>
                            <a:schemeClr val="bg1"/>
                          </a:solidFill>
                          <a:effectLst/>
                        </a:rPr>
                        <a:t>Start Date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solidFill>
                            <a:schemeClr val="bg1"/>
                          </a:solidFill>
                          <a:effectLst/>
                        </a:rPr>
                        <a:t>End Date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solidFill>
                            <a:schemeClr val="bg1"/>
                          </a:solidFill>
                          <a:effectLst/>
                        </a:rPr>
                        <a:t>Status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solidFill>
                            <a:schemeClr val="bg1"/>
                          </a:solidFill>
                          <a:effectLst/>
                        </a:rPr>
                        <a:t>Responsible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1301572"/>
                  </a:ext>
                </a:extLst>
              </a:tr>
              <a:tr h="4432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effectLst/>
                        </a:rPr>
                        <a:t>Kick off meeting with team members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25/09/2025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GB"/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Done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GB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51865"/>
                  </a:ext>
                </a:extLst>
              </a:tr>
              <a:tr h="4432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effectLst/>
                        </a:rPr>
                        <a:t>Electrical parts picking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/>
                        <a:t>6/10/2025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20/10/2025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In Progress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solidFill>
                            <a:schemeClr val="bg1"/>
                          </a:solidFill>
                        </a:rPr>
                        <a:t>Julien, Zakaria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3919324"/>
                  </a:ext>
                </a:extLst>
              </a:tr>
              <a:tr h="4432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effectLst/>
                        </a:rPr>
                        <a:t>Rules summery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25/09/2025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29/09/2025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Done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solidFill>
                            <a:schemeClr val="bg1"/>
                          </a:solidFill>
                        </a:rPr>
                        <a:t>Team Members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419392"/>
                  </a:ext>
                </a:extLst>
              </a:tr>
              <a:tr h="4432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effectLst/>
                        </a:rPr>
                        <a:t>Mechanical approach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29/09/2025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18/11/2025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In Progress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solidFill>
                            <a:schemeClr val="bg1"/>
                          </a:solidFill>
                        </a:rPr>
                        <a:t>Adeel, Melchior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1699055"/>
                  </a:ext>
                </a:extLst>
              </a:tr>
              <a:tr h="4432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effectLst/>
                        </a:rPr>
                        <a:t>Fork the main repo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29/09/2025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/>
                        <a:t>6/10/2025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Done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solidFill>
                            <a:schemeClr val="bg1"/>
                          </a:solidFill>
                        </a:rPr>
                        <a:t>Julien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1784079"/>
                  </a:ext>
                </a:extLst>
              </a:tr>
              <a:tr h="4432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effectLst/>
                        </a:rPr>
                        <a:t>Gazebo simulation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GB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GB"/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To Do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solidFill>
                            <a:schemeClr val="bg1"/>
                          </a:solidFill>
                        </a:rPr>
                        <a:t>Zakaria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7201793"/>
                  </a:ext>
                </a:extLst>
              </a:tr>
              <a:tr h="4432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effectLst/>
                        </a:rPr>
                        <a:t>Localization system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29/09/2025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25/12/2025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In Progress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solidFill>
                            <a:schemeClr val="bg1"/>
                          </a:solidFill>
                        </a:rPr>
                        <a:t>Karam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57664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492471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B459D34CEFF0D499359F2F887F5B222" ma:contentTypeVersion="10" ma:contentTypeDescription="Create a new document." ma:contentTypeScope="" ma:versionID="9c58be0b8cbca062c9577af724b97592">
  <xsd:schema xmlns:xsd="http://www.w3.org/2001/XMLSchema" xmlns:xs="http://www.w3.org/2001/XMLSchema" xmlns:p="http://schemas.microsoft.com/office/2006/metadata/properties" xmlns:ns2="6362ed64-5462-414c-9803-0603109fd2d2" xmlns:ns3="d130cb11-9037-4762-b78b-51c9d498595d" targetNamespace="http://schemas.microsoft.com/office/2006/metadata/properties" ma:root="true" ma:fieldsID="95a9713bcb59f800abcce66b614cf9fa" ns2:_="" ns3:_="">
    <xsd:import namespace="6362ed64-5462-414c-9803-0603109fd2d2"/>
    <xsd:import namespace="d130cb11-9037-4762-b78b-51c9d498595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362ed64-5462-414c-9803-0603109fd2d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588c3168-a240-49a5-981b-89ab6abaef8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130cb11-9037-4762-b78b-51c9d498595d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8ac87ed-341a-483e-a6d6-bc52b8c57f8f}" ma:internalName="TaxCatchAll" ma:showField="CatchAllData" ma:web="d130cb11-9037-4762-b78b-51c9d498595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362ed64-5462-414c-9803-0603109fd2d2">
      <Terms xmlns="http://schemas.microsoft.com/office/infopath/2007/PartnerControls"/>
    </lcf76f155ced4ddcb4097134ff3c332f>
    <TaxCatchAll xmlns="d130cb11-9037-4762-b78b-51c9d498595d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CD60567-51E4-4370-91DB-EE4194241E77}"/>
</file>

<file path=customXml/itemProps2.xml><?xml version="1.0" encoding="utf-8"?>
<ds:datastoreItem xmlns:ds="http://schemas.openxmlformats.org/officeDocument/2006/customXml" ds:itemID="{3674D9A5-97E7-4340-BCA0-59CF882353A1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1D372F18-A0DE-487C-9DF0-FDB4E2E9AC2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7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Competition Eurobot Team (S2) Sneaky Squirrel</vt:lpstr>
      <vt:lpstr>Table of Contents</vt:lpstr>
      <vt:lpstr>Strategies &amp; Objectives</vt:lpstr>
      <vt:lpstr>Technical Challenges</vt:lpstr>
      <vt:lpstr>System Architecture</vt:lpstr>
      <vt:lpstr>Mechanical Design</vt:lpstr>
      <vt:lpstr>Project Management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Muhammad-Adeel Khan</dc:creator>
  <cp:revision>1</cp:revision>
  <dcterms:created xsi:type="dcterms:W3CDTF">2025-09-28T18:02:57Z</dcterms:created>
  <dcterms:modified xsi:type="dcterms:W3CDTF">2025-10-17T06:56:53Z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0x010100AB459D34CEFF0D499359F2F887F5B222</vt:lpwstr>
  </property>
</Properties>
</file>