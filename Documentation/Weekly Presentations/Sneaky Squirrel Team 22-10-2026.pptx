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7" r:id="rId6"/>
    <p:sldId id="258" r:id="rId7"/>
    <p:sldId id="259" r:id="rId8"/>
    <p:sldId id="261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hammad-Adeel Khan" userId="14a85696-0cb2-4c76-9015-4d2e71aefc3f" providerId="ADAL" clId="{B1334F4F-DBD8-4B45-8E5E-28FC9A4F8B18}"/>
    <pc:docChg chg="undo custSel addSld delSld modSld sldOrd">
      <pc:chgData name="Muhammad-Adeel Khan" userId="14a85696-0cb2-4c76-9015-4d2e71aefc3f" providerId="ADAL" clId="{B1334F4F-DBD8-4B45-8E5E-28FC9A4F8B18}" dt="2025-11-01T19:11:46.418" v="152" actId="5793"/>
      <pc:docMkLst>
        <pc:docMk/>
      </pc:docMkLst>
      <pc:sldChg chg="addSp delSp modSp add mod ord">
        <pc:chgData name="Muhammad-Adeel Khan" userId="14a85696-0cb2-4c76-9015-4d2e71aefc3f" providerId="ADAL" clId="{B1334F4F-DBD8-4B45-8E5E-28FC9A4F8B18}" dt="2025-11-01T18:58:52.791" v="149" actId="14100"/>
        <pc:sldMkLst>
          <pc:docMk/>
          <pc:sldMk cId="2648148327" sldId="265"/>
        </pc:sldMkLst>
        <pc:spChg chg="mod">
          <ac:chgData name="Muhammad-Adeel Khan" userId="14a85696-0cb2-4c76-9015-4d2e71aefc3f" providerId="ADAL" clId="{B1334F4F-DBD8-4B45-8E5E-28FC9A4F8B18}" dt="2025-10-23T06:06:56.403" v="31" actId="20577"/>
          <ac:spMkLst>
            <pc:docMk/>
            <pc:sldMk cId="2648148327" sldId="265"/>
            <ac:spMk id="2" creationId="{14F5AEE6-51E6-2F62-F41F-A0D663A1EC34}"/>
          </ac:spMkLst>
        </pc:spChg>
        <pc:picChg chg="add mod">
          <ac:chgData name="Muhammad-Adeel Khan" userId="14a85696-0cb2-4c76-9015-4d2e71aefc3f" providerId="ADAL" clId="{B1334F4F-DBD8-4B45-8E5E-28FC9A4F8B18}" dt="2025-11-01T18:58:52.791" v="149" actId="14100"/>
          <ac:picMkLst>
            <pc:docMk/>
            <pc:sldMk cId="2648148327" sldId="265"/>
            <ac:picMk id="8" creationId="{1D16654F-BFD3-B6FE-5D8C-83C0083E5F10}"/>
          </ac:picMkLst>
        </pc:picChg>
      </pc:sldChg>
      <pc:sldChg chg="addSp delSp modSp add mod">
        <pc:chgData name="Muhammad-Adeel Khan" userId="14a85696-0cb2-4c76-9015-4d2e71aefc3f" providerId="ADAL" clId="{B1334F4F-DBD8-4B45-8E5E-28FC9A4F8B18}" dt="2025-10-23T06:10:42.695" v="70" actId="22"/>
        <pc:sldMkLst>
          <pc:docMk/>
          <pc:sldMk cId="1476598345" sldId="266"/>
        </pc:sldMkLst>
        <pc:spChg chg="mod">
          <ac:chgData name="Muhammad-Adeel Khan" userId="14a85696-0cb2-4c76-9015-4d2e71aefc3f" providerId="ADAL" clId="{B1334F4F-DBD8-4B45-8E5E-28FC9A4F8B18}" dt="2025-10-23T06:09:44.811" v="63" actId="20577"/>
          <ac:spMkLst>
            <pc:docMk/>
            <pc:sldMk cId="1476598345" sldId="266"/>
            <ac:spMk id="2" creationId="{6AA94D2D-D7E1-6710-CB68-9F2FD20ABC00}"/>
          </ac:spMkLst>
        </pc:spChg>
        <pc:picChg chg="add">
          <ac:chgData name="Muhammad-Adeel Khan" userId="14a85696-0cb2-4c76-9015-4d2e71aefc3f" providerId="ADAL" clId="{B1334F4F-DBD8-4B45-8E5E-28FC9A4F8B18}" dt="2025-10-23T06:10:42.695" v="70" actId="22"/>
          <ac:picMkLst>
            <pc:docMk/>
            <pc:sldMk cId="1476598345" sldId="266"/>
            <ac:picMk id="10" creationId="{263685C0-58EE-B8E9-9DB7-F158E6B634EB}"/>
          </ac:picMkLst>
        </pc:picChg>
      </pc:sldChg>
      <pc:sldChg chg="addSp delSp modSp add mod ord">
        <pc:chgData name="Muhammad-Adeel Khan" userId="14a85696-0cb2-4c76-9015-4d2e71aefc3f" providerId="ADAL" clId="{B1334F4F-DBD8-4B45-8E5E-28FC9A4F8B18}" dt="2025-11-01T19:11:46.418" v="152" actId="5793"/>
        <pc:sldMkLst>
          <pc:docMk/>
          <pc:sldMk cId="2953873813" sldId="267"/>
        </pc:sldMkLst>
        <pc:spChg chg="mod">
          <ac:chgData name="Muhammad-Adeel Khan" userId="14a85696-0cb2-4c76-9015-4d2e71aefc3f" providerId="ADAL" clId="{B1334F4F-DBD8-4B45-8E5E-28FC9A4F8B18}" dt="2025-10-23T06:16:44.036" v="101" actId="20577"/>
          <ac:spMkLst>
            <pc:docMk/>
            <pc:sldMk cId="2953873813" sldId="267"/>
            <ac:spMk id="2" creationId="{B840A109-660A-A74C-6CA8-E453096A0E54}"/>
          </ac:spMkLst>
        </pc:spChg>
        <pc:spChg chg="add mod">
          <ac:chgData name="Muhammad-Adeel Khan" userId="14a85696-0cb2-4c76-9015-4d2e71aefc3f" providerId="ADAL" clId="{B1334F4F-DBD8-4B45-8E5E-28FC9A4F8B18}" dt="2025-11-01T19:11:46.418" v="152" actId="5793"/>
          <ac:spMkLst>
            <pc:docMk/>
            <pc:sldMk cId="2953873813" sldId="267"/>
            <ac:spMk id="6" creationId="{81A34379-934B-ECA7-20A4-0EA76459F4D6}"/>
          </ac:spMkLst>
        </pc:spChg>
      </pc:sldChg>
    </pc:docChg>
  </pc:docChgLst>
  <pc:docChgLst>
    <pc:chgData name="Muhammad-Adeel Khan" userId="S::muhammad-adeel.khan@etu.univ-smb.fr::14a85696-0cb2-4c76-9015-4d2e71aefc3f" providerId="AD" clId="Web-{36FAA94C-45DF-A30E-124C-CCED284AE541}"/>
    <pc:docChg chg="delSld modSld sldOrd">
      <pc:chgData name="Muhammad-Adeel Khan" userId="S::muhammad-adeel.khan@etu.univ-smb.fr::14a85696-0cb2-4c76-9015-4d2e71aefc3f" providerId="AD" clId="Web-{36FAA94C-45DF-A30E-124C-CCED284AE541}" dt="2025-10-23T06:29:32.670" v="33" actId="20577"/>
      <pc:docMkLst>
        <pc:docMk/>
      </pc:docMkLst>
      <pc:sldChg chg="modSp ord">
        <pc:chgData name="Muhammad-Adeel Khan" userId="S::muhammad-adeel.khan@etu.univ-smb.fr::14a85696-0cb2-4c76-9015-4d2e71aefc3f" providerId="AD" clId="Web-{36FAA94C-45DF-A30E-124C-CCED284AE541}" dt="2025-10-23T06:28:59.748" v="28" actId="20577"/>
        <pc:sldMkLst>
          <pc:docMk/>
          <pc:sldMk cId="1306429367" sldId="261"/>
        </pc:sldMkLst>
        <pc:spChg chg="mod">
          <ac:chgData name="Muhammad-Adeel Khan" userId="S::muhammad-adeel.khan@etu.univ-smb.fr::14a85696-0cb2-4c76-9015-4d2e71aefc3f" providerId="AD" clId="Web-{36FAA94C-45DF-A30E-124C-CCED284AE541}" dt="2025-10-23T06:28:59.748" v="28" actId="20577"/>
          <ac:spMkLst>
            <pc:docMk/>
            <pc:sldMk cId="1306429367" sldId="261"/>
            <ac:spMk id="6" creationId="{DDBB549C-A6B6-48BE-9D8B-9CFFD0A8C01C}"/>
          </ac:spMkLst>
        </pc:spChg>
      </pc:sldChg>
      <pc:sldChg chg="modSp">
        <pc:chgData name="Muhammad-Adeel Khan" userId="S::muhammad-adeel.khan@etu.univ-smb.fr::14a85696-0cb2-4c76-9015-4d2e71aefc3f" providerId="AD" clId="Web-{36FAA94C-45DF-A30E-124C-CCED284AE541}" dt="2025-10-23T06:29:32.670" v="33" actId="20577"/>
        <pc:sldMkLst>
          <pc:docMk/>
          <pc:sldMk cId="2953873813" sldId="267"/>
        </pc:sldMkLst>
        <pc:spChg chg="mod">
          <ac:chgData name="Muhammad-Adeel Khan" userId="S::muhammad-adeel.khan@etu.univ-smb.fr::14a85696-0cb2-4c76-9015-4d2e71aefc3f" providerId="AD" clId="Web-{36FAA94C-45DF-A30E-124C-CCED284AE541}" dt="2025-10-23T06:29:32.670" v="33" actId="20577"/>
          <ac:spMkLst>
            <pc:docMk/>
            <pc:sldMk cId="2953873813" sldId="267"/>
            <ac:spMk id="6" creationId="{81A34379-934B-ECA7-20A4-0EA76459F4D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2125F-1021-457C-B110-6CB02C312B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D02648-C876-4E7B-8D96-24ED39E32E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D21508-4A29-4E8E-A9AF-83C518975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F11DD-50C9-49EF-93A0-92A676415376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9E3A2-BA43-43E0-A5F4-03117833C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F27DF7-473B-45A8-B5CA-55981C02B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F3DDD-69A8-4364-84E0-98780C547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668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522B1-99A4-4EC2-A973-2B33341DE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6C6ED6-4505-47CD-BE70-8F77B358C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3249F1-3F69-4CD5-A293-7B67187DE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F11DD-50C9-49EF-93A0-92A676415376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D9ABA4-6F09-47FB-AA67-BBCCBADE5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985EC1-E86E-467E-AB3D-D7D3CFDBD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F3DDD-69A8-4364-84E0-98780C547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12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4E6DF-0F22-40E6-A0AA-D440105AB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55FDAC-84E1-453B-9DB7-A587BA3E9D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74100-B4C3-4A9C-9E5C-28F81596D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F11DD-50C9-49EF-93A0-92A676415376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5459A-3903-47A0-8987-DADFA2D3F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4D643F-B475-401E-9F2B-7B6B2AFF9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F3DDD-69A8-4364-84E0-98780C547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754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E9357-37ED-437F-A2EA-310477F5E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98330-0ECF-440A-B50A-73D6C0D17A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FFE8F1-4FF3-4109-95C1-7A81F858FF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8CB7C2-E5ED-464D-9029-24BE48367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F11DD-50C9-49EF-93A0-92A676415376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9B4A9E-5FE6-45D3-BD45-6814854EC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787C3B-DD1A-4612-B998-C5AFB1659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F3DDD-69A8-4364-84E0-98780C547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562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2E9FC-C8BD-410B-8B3D-6C6BE11BA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3FFF08-F88E-44CD-B811-7744AE1B6B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4E9936-B053-4583-BF37-8395BAA772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B09311-816B-48DC-8FA1-109DBFBC72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552487-5D3E-41D0-8FCD-DD46F1E6BB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A7D633-8C22-4835-A60F-499B69A3E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F11DD-50C9-49EF-93A0-92A676415376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D167DB-A5AA-4F3B-8518-565B7A4E6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9835B3-63E5-4CCC-8C5A-36781C00F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F3DDD-69A8-4364-84E0-98780C547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983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63277-F25C-4683-B549-7C0BF8454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D6391D-D03A-4247-8A1C-07D74C50D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F11DD-50C9-49EF-93A0-92A676415376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1027B9-1240-4DF0-B9BF-5BA95042F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6EE2A0-B4C9-455E-8A35-EC0326FDF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F3DDD-69A8-4364-84E0-98780C547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534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35535A-6A8B-48E0-AB2C-3173F4F02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F11DD-50C9-49EF-93A0-92A676415376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A52478-DA81-4728-8480-D9384AA97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73D57A-44DB-41B8-8318-0ACAB1DA4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F3DDD-69A8-4364-84E0-98780C547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62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243BB-328E-40B5-B882-1C809DB72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280A30-D71D-4AE9-9DD5-ACBCCEB477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56988F-B149-4D67-BA50-6ACD83DCDA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53D384-0CF1-432F-BEFE-6DA9E1665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F11DD-50C9-49EF-93A0-92A676415376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AC8CBC-F327-43A6-97A6-3A0EC00FE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F7906F-A7E7-461A-A1A5-50D3CD295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F3DDD-69A8-4364-84E0-98780C547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330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EEE8A-DB85-464F-BB1F-437970540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A08274-217E-42F0-B94C-DF0E4E8B40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5ECC40-B3AC-4492-B019-85A109E4BF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69E9A0-6D45-4CEB-B184-94371922E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F11DD-50C9-49EF-93A0-92A676415376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4FC188-5001-4F9F-A8E7-EF2AED79F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1F86B7-B6ED-4404-8578-2BE9B6AF5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F3DDD-69A8-4364-84E0-98780C547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547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29B15-DCB8-44AE-B8A1-6D497F9CA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6EEC88-26A6-40D2-9A0B-80A69BD1EE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04B35-12E7-4536-94C9-DE06D9621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F11DD-50C9-49EF-93A0-92A676415376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458919-CD02-4CF4-BF98-89143CF8A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D51001-967C-4678-8AFB-FC616E7FD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F3DDD-69A8-4364-84E0-98780C547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3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8DCD87-D351-4DB3-8FD4-A2678AC94D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3E1A12-EDFE-4419-BF01-C625C4375D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64A09E-A507-4A17-BC96-58614916B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F11DD-50C9-49EF-93A0-92A676415376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1F53F8-2274-4A83-83EF-51D48B8C0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9D0776-270F-4F1A-816A-0A4B9FEE6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F3DDD-69A8-4364-84E0-98780C547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589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C7369B-8598-4087-BAF0-83A1B0853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75E31F-A688-4175-9F8E-272EA39585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CB1BD-D038-466C-A668-A227942678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EF11DD-50C9-49EF-93A0-92A676415376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976504-B126-431A-B0FC-8A922DAC86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E78BEC-3CF1-40E7-A583-201F8AFEDD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7F3DDD-69A8-4364-84E0-98780C547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497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45FD193-BA30-4C09-9EDE-83052B749E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0337" y="1700853"/>
            <a:ext cx="3456293" cy="34562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F63DA8F-77CE-4108-AA64-B2DD200E4C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3690" y="126547"/>
            <a:ext cx="4183262" cy="1843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A882510D-E1F5-41BC-A3DC-52EEA1797C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5699" y="477378"/>
            <a:ext cx="3079348" cy="114133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C4773E8-BD42-4B33-96D3-817B7B7D0CC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2206" y="308194"/>
            <a:ext cx="1479703" cy="147970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002B397-A1EA-4311-B810-D6501116477B}"/>
              </a:ext>
            </a:extLst>
          </p:cNvPr>
          <p:cNvSpPr txBox="1"/>
          <p:nvPr/>
        </p:nvSpPr>
        <p:spPr>
          <a:xfrm>
            <a:off x="4656842" y="3902908"/>
            <a:ext cx="258294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0">
                <a:effectLst/>
                <a:latin typeface="YAFdJjTk5UU_0"/>
              </a:rPr>
              <a:t>Sneaky Squirrel Team</a:t>
            </a:r>
            <a:endParaRPr lang="en-US">
              <a:effectLst/>
              <a:latin typeface="YAFdJjTk5UU_0"/>
            </a:endParaRPr>
          </a:p>
          <a:p>
            <a:pPr algn="ctr"/>
            <a:r>
              <a:rPr lang="en-US" b="0" i="0">
                <a:effectLst/>
                <a:latin typeface="YAFdJjTk5UU_0"/>
              </a:rPr>
              <a:t>Karam DALI</a:t>
            </a:r>
            <a:endParaRPr lang="en-US">
              <a:effectLst/>
              <a:latin typeface="YAFdJjTk5UU_0"/>
            </a:endParaRPr>
          </a:p>
          <a:p>
            <a:pPr algn="ctr"/>
            <a:r>
              <a:rPr lang="en-US" b="0" i="0">
                <a:effectLst/>
                <a:latin typeface="YAFdJjTk5UU_0"/>
              </a:rPr>
              <a:t>Melchior BAUDOIN</a:t>
            </a:r>
            <a:endParaRPr lang="en-US">
              <a:effectLst/>
              <a:latin typeface="YAFdJjTk5UU_0"/>
            </a:endParaRPr>
          </a:p>
          <a:p>
            <a:pPr algn="ctr"/>
            <a:r>
              <a:rPr lang="en-US" b="0" i="0">
                <a:effectLst/>
                <a:latin typeface="YAFdJjTk5UU_0"/>
              </a:rPr>
              <a:t>Muhammed-Adeel KHAN</a:t>
            </a:r>
            <a:endParaRPr lang="en-US">
              <a:effectLst/>
              <a:latin typeface="YAFdJjTk5UU_0"/>
            </a:endParaRPr>
          </a:p>
          <a:p>
            <a:pPr algn="ctr"/>
            <a:r>
              <a:rPr lang="en-US" b="0" i="0">
                <a:effectLst/>
                <a:latin typeface="YAFdJjTk5UU_0"/>
              </a:rPr>
              <a:t>Julien NOIREAUX-FATTAZ</a:t>
            </a:r>
            <a:endParaRPr lang="en-US">
              <a:effectLst/>
              <a:latin typeface="YAFdJjTk5UU_0"/>
            </a:endParaRPr>
          </a:p>
          <a:p>
            <a:pPr algn="ctr"/>
            <a:r>
              <a:rPr lang="en-US" b="0" i="0">
                <a:effectLst/>
                <a:latin typeface="YAFdJjTk5UU_0"/>
              </a:rPr>
              <a:t>Zakaria LATRECHE​</a:t>
            </a:r>
            <a:endParaRPr lang="en-US">
              <a:effectLst/>
              <a:latin typeface="YAFdJjTk5UU_0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280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D81D0-E782-7F24-85D3-82983173A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0A109-660A-A74C-6CA8-E453096A0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>
                <a:latin typeface="+mn-lt"/>
              </a:rPr>
              <a:t>Table of Content :</a:t>
            </a:r>
            <a:endParaRPr lang="en-US" sz="3600">
              <a:latin typeface="+mn-lt"/>
            </a:endParaRPr>
          </a:p>
        </p:txBody>
      </p:sp>
      <p:pic>
        <p:nvPicPr>
          <p:cNvPr id="4" name="Content Placeholder 8">
            <a:extLst>
              <a:ext uri="{FF2B5EF4-FFF2-40B4-BE49-F238E27FC236}">
                <a16:creationId xmlns:a16="http://schemas.microsoft.com/office/drawing/2014/main" id="{0081D6B8-A5AD-2AFB-A765-34426DB3CD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2372" y="5833493"/>
            <a:ext cx="1514518" cy="6593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F764A85-ED74-7907-F123-2F702AA344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6239" y="5833493"/>
            <a:ext cx="659381" cy="659381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A34379-934B-ECA7-20A4-0EA76459F4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/>
              <a:t>System Architecture and Algorithmic Flow</a:t>
            </a:r>
          </a:p>
          <a:p>
            <a:r>
              <a:rPr lang="en-US" b="1">
                <a:ea typeface="Calibri"/>
                <a:cs typeface="Calibri"/>
              </a:rPr>
              <a:t>Decision points</a:t>
            </a:r>
            <a:endParaRPr lang="en-US" b="1"/>
          </a:p>
          <a:p>
            <a:r>
              <a:rPr lang="en-US" b="1"/>
              <a:t>Electronic components</a:t>
            </a:r>
          </a:p>
          <a:p>
            <a:r>
              <a:rPr lang="en-US" b="1"/>
              <a:t>Project management</a:t>
            </a:r>
            <a:endParaRPr lang="en-US" b="1">
              <a:ea typeface="Calibri"/>
              <a:cs typeface="Calibri"/>
            </a:endParaRPr>
          </a:p>
          <a:p>
            <a:pPr marL="0" indent="0">
              <a:buNone/>
            </a:pP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2953873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4E494-7D95-499E-A5E1-A52CA4AE8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>
                <a:latin typeface="+mn-lt"/>
              </a:rPr>
              <a:t>High-Level System Architecture (The "WHAT")</a:t>
            </a:r>
            <a:endParaRPr lang="en-US" sz="3600">
              <a:latin typeface="+mn-lt"/>
            </a:endParaRPr>
          </a:p>
        </p:txBody>
      </p:sp>
      <p:pic>
        <p:nvPicPr>
          <p:cNvPr id="4" name="Content Placeholder 8">
            <a:extLst>
              <a:ext uri="{FF2B5EF4-FFF2-40B4-BE49-F238E27FC236}">
                <a16:creationId xmlns:a16="http://schemas.microsoft.com/office/drawing/2014/main" id="{88DC3D42-4C8C-4E80-9A33-D3DCC3C02F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2372" y="5833493"/>
            <a:ext cx="1514518" cy="6593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6BDDCB8-5499-4A9E-876E-10A7C28BD7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6239" y="5833493"/>
            <a:ext cx="659381" cy="659381"/>
          </a:xfrm>
          <a:prstGeom prst="rect">
            <a:avLst/>
          </a:prstGeom>
        </p:spPr>
      </p:pic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3690D3C3-FC26-41C0-89CC-C07DA5186A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9090" y="2906486"/>
            <a:ext cx="10515600" cy="1045028"/>
          </a:xfrm>
        </p:spPr>
      </p:pic>
      <p:grpSp>
        <p:nvGrpSpPr>
          <p:cNvPr id="45" name="Group 44">
            <a:extLst>
              <a:ext uri="{FF2B5EF4-FFF2-40B4-BE49-F238E27FC236}">
                <a16:creationId xmlns:a16="http://schemas.microsoft.com/office/drawing/2014/main" id="{2D6801EE-F008-4136-9911-175328B75029}"/>
              </a:ext>
            </a:extLst>
          </p:cNvPr>
          <p:cNvGrpSpPr/>
          <p:nvPr/>
        </p:nvGrpSpPr>
        <p:grpSpPr>
          <a:xfrm>
            <a:off x="941897" y="2946286"/>
            <a:ext cx="9892641" cy="744324"/>
            <a:chOff x="941897" y="2946286"/>
            <a:chExt cx="9892641" cy="74432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92F236E-376E-4874-BB3B-CE36319CC86F}"/>
                </a:ext>
              </a:extLst>
            </p:cNvPr>
            <p:cNvSpPr txBox="1"/>
            <p:nvPr/>
          </p:nvSpPr>
          <p:spPr>
            <a:xfrm>
              <a:off x="941897" y="3298195"/>
              <a:ext cx="68894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/>
                <a:t>Mapping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C9640F9-69AB-4A37-9B48-64A9EC0BA858}"/>
                </a:ext>
              </a:extLst>
            </p:cNvPr>
            <p:cNvSpPr txBox="1"/>
            <p:nvPr/>
          </p:nvSpPr>
          <p:spPr>
            <a:xfrm>
              <a:off x="2046405" y="3298195"/>
              <a:ext cx="87590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/>
                <a:t>Localization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9C5B1E4-456C-4AB6-B971-52C363B23F81}"/>
                </a:ext>
              </a:extLst>
            </p:cNvPr>
            <p:cNvSpPr txBox="1"/>
            <p:nvPr/>
          </p:nvSpPr>
          <p:spPr>
            <a:xfrm>
              <a:off x="1428559" y="2946286"/>
              <a:ext cx="113553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/>
                <a:t>Mapping system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313B0A0-9AF9-4FFD-B7B1-3C56B917E860}"/>
                </a:ext>
              </a:extLst>
            </p:cNvPr>
            <p:cNvSpPr txBox="1"/>
            <p:nvPr/>
          </p:nvSpPr>
          <p:spPr>
            <a:xfrm>
              <a:off x="3150912" y="3429000"/>
              <a:ext cx="95917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/>
                <a:t>World model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AC2D87C-C980-4FC8-890A-11E9E9B6CB24}"/>
                </a:ext>
              </a:extLst>
            </p:cNvPr>
            <p:cNvSpPr txBox="1"/>
            <p:nvPr/>
          </p:nvSpPr>
          <p:spPr>
            <a:xfrm>
              <a:off x="4261711" y="3298195"/>
              <a:ext cx="14619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/>
                <a:t>Target cost estimator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0903D71-920E-493A-80EC-093CCDC4AB23}"/>
                </a:ext>
              </a:extLst>
            </p:cNvPr>
            <p:cNvSpPr txBox="1"/>
            <p:nvPr/>
          </p:nvSpPr>
          <p:spPr>
            <a:xfrm>
              <a:off x="6026476" y="3298195"/>
              <a:ext cx="161512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/>
                <a:t>Path planning algorithm 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C2DB640-C896-440D-9533-10B1859EFE08}"/>
                </a:ext>
              </a:extLst>
            </p:cNvPr>
            <p:cNvSpPr txBox="1"/>
            <p:nvPr/>
          </p:nvSpPr>
          <p:spPr>
            <a:xfrm>
              <a:off x="5159631" y="2967232"/>
              <a:ext cx="14619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/>
                <a:t>Path Planning System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FD61226-7217-4DDB-8F2C-56070BF3801E}"/>
                </a:ext>
              </a:extLst>
            </p:cNvPr>
            <p:cNvSpPr txBox="1"/>
            <p:nvPr/>
          </p:nvSpPr>
          <p:spPr>
            <a:xfrm>
              <a:off x="7743337" y="3429000"/>
              <a:ext cx="95917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/>
                <a:t>Trajectory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8792825-7DE1-4997-A23D-BC2DCD0C8CBB}"/>
                </a:ext>
              </a:extLst>
            </p:cNvPr>
            <p:cNvSpPr txBox="1"/>
            <p:nvPr/>
          </p:nvSpPr>
          <p:spPr>
            <a:xfrm>
              <a:off x="9217105" y="2967232"/>
              <a:ext cx="14619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/>
                <a:t>Robot Control System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9011473-26B7-463B-8ED6-D406054E6995}"/>
                </a:ext>
              </a:extLst>
            </p:cNvPr>
            <p:cNvSpPr txBox="1"/>
            <p:nvPr/>
          </p:nvSpPr>
          <p:spPr>
            <a:xfrm>
              <a:off x="8795996" y="3298751"/>
              <a:ext cx="959175" cy="261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/>
                <a:t>Main frame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AC6C4C9-EBCD-44B9-AA6B-45D6DDD4F67C}"/>
                </a:ext>
              </a:extLst>
            </p:cNvPr>
            <p:cNvSpPr txBox="1"/>
            <p:nvPr/>
          </p:nvSpPr>
          <p:spPr>
            <a:xfrm>
              <a:off x="10145595" y="3288109"/>
              <a:ext cx="688943" cy="261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/>
                <a:t>Gripping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19892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4E494-7D95-499E-A5E1-A52CA4AE8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>
                <a:latin typeface="+mn-lt"/>
              </a:rPr>
              <a:t>Core Algorithmic Flow</a:t>
            </a:r>
            <a:br>
              <a:rPr lang="en-US" sz="3600" b="1">
                <a:latin typeface="+mn-lt"/>
              </a:rPr>
            </a:br>
            <a:r>
              <a:rPr lang="en-US" sz="3600" b="1">
                <a:latin typeface="+mn-lt"/>
              </a:rPr>
              <a:t> (The "HOW")</a:t>
            </a:r>
            <a:endParaRPr lang="en-US" sz="3600">
              <a:latin typeface="+mn-lt"/>
            </a:endParaRPr>
          </a:p>
        </p:txBody>
      </p:sp>
      <p:pic>
        <p:nvPicPr>
          <p:cNvPr id="4" name="Content Placeholder 8">
            <a:extLst>
              <a:ext uri="{FF2B5EF4-FFF2-40B4-BE49-F238E27FC236}">
                <a16:creationId xmlns:a16="http://schemas.microsoft.com/office/drawing/2014/main" id="{88DC3D42-4C8C-4E80-9A33-D3DCC3C02F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2372" y="5833493"/>
            <a:ext cx="1514518" cy="6593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6BDDCB8-5499-4A9E-876E-10A7C28BD7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6239" y="5833493"/>
            <a:ext cx="659381" cy="6593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F2D7B4C-C2F1-4308-ABBD-C4A1C28A24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4519" y="252002"/>
            <a:ext cx="6079281" cy="5809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334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4E494-7D95-499E-A5E1-A52CA4AE8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>
                <a:latin typeface="+mn-lt"/>
              </a:rPr>
              <a:t>Decision points</a:t>
            </a:r>
            <a:endParaRPr lang="en-US" sz="3600">
              <a:latin typeface="+mn-lt"/>
            </a:endParaRPr>
          </a:p>
        </p:txBody>
      </p:sp>
      <p:pic>
        <p:nvPicPr>
          <p:cNvPr id="4" name="Content Placeholder 8">
            <a:extLst>
              <a:ext uri="{FF2B5EF4-FFF2-40B4-BE49-F238E27FC236}">
                <a16:creationId xmlns:a16="http://schemas.microsoft.com/office/drawing/2014/main" id="{88DC3D42-4C8C-4E80-9A33-D3DCC3C02F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2372" y="5833493"/>
            <a:ext cx="1514518" cy="6593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6BDDCB8-5499-4A9E-876E-10A7C28BD7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6239" y="5833493"/>
            <a:ext cx="659381" cy="659381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BB549C-A6B6-48BE-9D8B-9CFFD0A8C0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2900" marR="0" lvl="0" indent="-342900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>
                <a:effectLst/>
                <a:latin typeface="Calibri"/>
                <a:ea typeface="Calibri"/>
                <a:cs typeface="Calibri"/>
              </a:rPr>
              <a:t>Is crate valid?</a:t>
            </a:r>
            <a:r>
              <a:rPr lang="en-US" sz="1800">
                <a:effectLst/>
                <a:latin typeface="Calibri"/>
                <a:ea typeface="Calibri"/>
                <a:cs typeface="Calibri"/>
              </a:rPr>
              <a:t> (Mapping/Radar) → yes/no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>
                <a:effectLst/>
                <a:latin typeface="Calibri"/>
                <a:ea typeface="Calibri"/>
                <a:cs typeface="Calibri"/>
              </a:rPr>
              <a:t>Is nest capacity available?</a:t>
            </a:r>
            <a:r>
              <a:rPr lang="en-US" sz="1800">
                <a:effectLst/>
                <a:latin typeface="Calibri"/>
                <a:ea typeface="Calibri"/>
                <a:cs typeface="Calibri"/>
              </a:rPr>
              <a:t> (Mapping) → choose nest or pantry in Cost Estimator</a:t>
            </a:r>
          </a:p>
          <a:p>
            <a:pPr marL="342900" indent="-342900">
              <a:lnSpc>
                <a:spcPct val="107000"/>
              </a:lnSpc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>
                <a:effectLst/>
                <a:latin typeface="Calibri"/>
                <a:ea typeface="Calibri"/>
                <a:cs typeface="Calibri"/>
              </a:rPr>
              <a:t>Opponent will reach crate sooner?</a:t>
            </a:r>
            <a:r>
              <a:rPr lang="en-US" sz="1800">
                <a:effectLst/>
                <a:latin typeface="Calibri"/>
                <a:ea typeface="Calibri"/>
                <a:cs typeface="Calibri"/>
              </a:rPr>
              <a:t> (Localization/Path Planning) →</a:t>
            </a:r>
            <a:r>
              <a:rPr lang="en-US" sz="1800">
                <a:latin typeface="Calibri"/>
                <a:ea typeface="Calibri"/>
                <a:cs typeface="Calibri"/>
              </a:rPr>
              <a:t> </a:t>
            </a:r>
            <a:r>
              <a:rPr lang="en-US" sz="1800">
                <a:effectLst/>
                <a:latin typeface="Calibri"/>
                <a:ea typeface="Calibri"/>
                <a:cs typeface="Calibri"/>
              </a:rPr>
              <a:t>select different target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>
                <a:effectLst/>
                <a:latin typeface="Calibri"/>
                <a:ea typeface="Calibri"/>
                <a:cs typeface="Calibri"/>
              </a:rPr>
              <a:t>Grip succeeded?</a:t>
            </a:r>
            <a:r>
              <a:rPr lang="en-US" sz="1800">
                <a:effectLst/>
                <a:latin typeface="Calibri"/>
                <a:ea typeface="Calibri"/>
                <a:cs typeface="Calibri"/>
              </a:rPr>
              <a:t> (Control/Gripping) → if no: retry X times, else mark crate unavailable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>
                <a:effectLst/>
                <a:latin typeface="Calibri"/>
                <a:ea typeface="Calibri"/>
                <a:cs typeface="Calibri"/>
              </a:rPr>
              <a:t>Path blocked during execution?</a:t>
            </a:r>
            <a:r>
              <a:rPr lang="en-US" sz="1800">
                <a:effectLst/>
                <a:latin typeface="Calibri"/>
                <a:ea typeface="Calibri"/>
                <a:cs typeface="Calibri"/>
              </a:rPr>
              <a:t> (Control/Main Frame) → local avoidance </a:t>
            </a:r>
            <a:endParaRPr lang="en-US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429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9CE87-4E5A-8F63-57F8-4DA73C5C4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5AEE6-51E6-2F62-F41F-A0D663A1E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>
                <a:latin typeface="+mn-lt"/>
              </a:rPr>
              <a:t>Electronic components</a:t>
            </a:r>
            <a:endParaRPr lang="en-US" sz="3600">
              <a:latin typeface="+mn-lt"/>
            </a:endParaRPr>
          </a:p>
        </p:txBody>
      </p:sp>
      <p:pic>
        <p:nvPicPr>
          <p:cNvPr id="4" name="Content Placeholder 8">
            <a:extLst>
              <a:ext uri="{FF2B5EF4-FFF2-40B4-BE49-F238E27FC236}">
                <a16:creationId xmlns:a16="http://schemas.microsoft.com/office/drawing/2014/main" id="{B7CB1C25-BBD3-AFD5-2E39-3F4D80E4D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2372" y="5833493"/>
            <a:ext cx="1514518" cy="6593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179EFCD-81B2-F39E-EA19-D2F356EBDF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6239" y="5833493"/>
            <a:ext cx="659381" cy="65938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D16654F-BFD3-B6FE-5D8C-83C0083E5F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972" y="1690688"/>
            <a:ext cx="9648063" cy="3128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1483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5153D-5A01-D2BB-70E8-8FEB5304E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94D2D-D7E1-6710-CB68-9F2FD20AB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>
                <a:latin typeface="+mn-lt"/>
              </a:rPr>
              <a:t>Project management</a:t>
            </a:r>
            <a:endParaRPr lang="en-US" sz="3600">
              <a:latin typeface="+mn-lt"/>
            </a:endParaRPr>
          </a:p>
        </p:txBody>
      </p:sp>
      <p:pic>
        <p:nvPicPr>
          <p:cNvPr id="4" name="Content Placeholder 8">
            <a:extLst>
              <a:ext uri="{FF2B5EF4-FFF2-40B4-BE49-F238E27FC236}">
                <a16:creationId xmlns:a16="http://schemas.microsoft.com/office/drawing/2014/main" id="{F2BC845E-78A3-92E2-BAEF-1341FD2852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2372" y="5833493"/>
            <a:ext cx="1514518" cy="6593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BEB48D1-8CA9-AF40-77B6-4B48A1992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6239" y="5833493"/>
            <a:ext cx="659381" cy="6593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63685C0-58EE-B8E9-9DB7-F158E6B634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6450" y="1695450"/>
            <a:ext cx="8039100" cy="346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5983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B459D34CEFF0D499359F2F887F5B222" ma:contentTypeVersion="10" ma:contentTypeDescription="Create a new document." ma:contentTypeScope="" ma:versionID="39acb0fd59ceef73140fa90f967ca894">
  <xsd:schema xmlns:xsd="http://www.w3.org/2001/XMLSchema" xmlns:xs="http://www.w3.org/2001/XMLSchema" xmlns:p="http://schemas.microsoft.com/office/2006/metadata/properties" xmlns:ns2="6362ed64-5462-414c-9803-0603109fd2d2" xmlns:ns3="d130cb11-9037-4762-b78b-51c9d498595d" targetNamespace="http://schemas.microsoft.com/office/2006/metadata/properties" ma:root="true" ma:fieldsID="88e20f795efccbf66631ce9d2276e9c8" ns2:_="" ns3:_="">
    <xsd:import namespace="6362ed64-5462-414c-9803-0603109fd2d2"/>
    <xsd:import namespace="d130cb11-9037-4762-b78b-51c9d498595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62ed64-5462-414c-9803-0603109fd2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588c3168-a240-49a5-981b-89ab6abaef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30cb11-9037-4762-b78b-51c9d498595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8ac87ed-341a-483e-a6d6-bc52b8c57f8f}" ma:internalName="TaxCatchAll" ma:showField="CatchAllData" ma:web="d130cb11-9037-4762-b78b-51c9d498595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362ed64-5462-414c-9803-0603109fd2d2">
      <Terms xmlns="http://schemas.microsoft.com/office/infopath/2007/PartnerControls"/>
    </lcf76f155ced4ddcb4097134ff3c332f>
    <TaxCatchAll xmlns="d130cb11-9037-4762-b78b-51c9d498595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5E04B4D-3A2C-48DF-9A45-B65D4F080CA6}">
  <ds:schemaRefs>
    <ds:schemaRef ds:uri="6362ed64-5462-414c-9803-0603109fd2d2"/>
    <ds:schemaRef ds:uri="d130cb11-9037-4762-b78b-51c9d498595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7798B011-45A8-4FC0-9053-83C554558A36}">
  <ds:schemaRefs>
    <ds:schemaRef ds:uri="6362ed64-5462-414c-9803-0603109fd2d2"/>
    <ds:schemaRef ds:uri="d130cb11-9037-4762-b78b-51c9d498595d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05BD4360-B255-4A45-9234-AB7766A792D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</Words>
  <Application>Microsoft Office PowerPoint</Application>
  <PresentationFormat>Widescreen</PresentationFormat>
  <Paragraphs>32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Symbol</vt:lpstr>
      <vt:lpstr>YAFdJjTk5UU_0</vt:lpstr>
      <vt:lpstr>Office Theme</vt:lpstr>
      <vt:lpstr>PowerPoint Presentation</vt:lpstr>
      <vt:lpstr>Table of Content :</vt:lpstr>
      <vt:lpstr>High-Level System Architecture (The "WHAT")</vt:lpstr>
      <vt:lpstr>Core Algorithmic Flow  (The "HOW")</vt:lpstr>
      <vt:lpstr>Decision points</vt:lpstr>
      <vt:lpstr>Electronic components</vt:lpstr>
      <vt:lpstr>Project management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Karam Dali</dc:creator>
  <cp:lastModifiedBy>Muhammad-Adeel Khan</cp:lastModifiedBy>
  <cp:revision>1</cp:revision>
  <dcterms:created xsi:type="dcterms:W3CDTF">2025-10-21T20:39:28Z</dcterms:created>
  <dcterms:modified xsi:type="dcterms:W3CDTF">2025-11-02T15:53:55Z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0x010100AB459D34CEFF0D499359F2F887F5B222</vt:lpwstr>
  </property>
  <property fmtid="{D5CDD505-2E9C-101B-9397-08002B2CF9AE}" pid="3" name="MediaServiceImageTags">
    <vt:lpwstr/>
  </property>
</Properties>
</file>