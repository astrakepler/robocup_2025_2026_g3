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0" r:id="rId6"/>
    <p:sldId id="262" r:id="rId7"/>
    <p:sldId id="264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D84"/>
    <a:srgbClr val="00AD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5CA2D5-9539-7569-21C2-59E1F646E8EF}" v="93" dt="2025-10-16T20:18:05.7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am Dali" userId="S::karam.dali@etu.univ-smb.fr::bf4b0b11-ece4-4c3e-b810-c90ca7502c3d" providerId="AD" clId="Web-{D70F8DCB-1399-EC5D-969E-FF5C19FBB9C1}"/>
    <pc:docChg chg="addSld delSld modSld">
      <pc:chgData name="Karam Dali" userId="S::karam.dali@etu.univ-smb.fr::bf4b0b11-ece4-4c3e-b810-c90ca7502c3d" providerId="AD" clId="Web-{D70F8DCB-1399-EC5D-969E-FF5C19FBB9C1}" dt="2025-09-28T19:18:03.925" v="628" actId="20577"/>
      <pc:docMkLst>
        <pc:docMk/>
      </pc:docMkLst>
      <pc:sldChg chg="addSp delSp modSp mod setBg">
        <pc:chgData name="Karam Dali" userId="S::karam.dali@etu.univ-smb.fr::bf4b0b11-ece4-4c3e-b810-c90ca7502c3d" providerId="AD" clId="Web-{D70F8DCB-1399-EC5D-969E-FF5C19FBB9C1}" dt="2025-09-28T19:12:49.937" v="582" actId="1076"/>
        <pc:sldMkLst>
          <pc:docMk/>
          <pc:sldMk cId="3315227987" sldId="256"/>
        </pc:sldMkLst>
        <pc:spChg chg="mod">
          <ac:chgData name="Karam Dali" userId="S::karam.dali@etu.univ-smb.fr::bf4b0b11-ece4-4c3e-b810-c90ca7502c3d" providerId="AD" clId="Web-{D70F8DCB-1399-EC5D-969E-FF5C19FBB9C1}" dt="2025-09-28T19:12:30.872" v="579" actId="20577"/>
          <ac:spMkLst>
            <pc:docMk/>
            <pc:sldMk cId="3315227987" sldId="256"/>
            <ac:spMk id="2" creationId="{BF0C7CC5-3E56-885B-5FE1-EFD584C8D0CA}"/>
          </ac:spMkLst>
        </pc:spChg>
        <pc:spChg chg="mod ord">
          <ac:chgData name="Karam Dali" userId="S::karam.dali@etu.univ-smb.fr::bf4b0b11-ece4-4c3e-b810-c90ca7502c3d" providerId="AD" clId="Web-{D70F8DCB-1399-EC5D-969E-FF5C19FBB9C1}" dt="2025-09-28T19:12:49.937" v="582" actId="1076"/>
          <ac:spMkLst>
            <pc:docMk/>
            <pc:sldMk cId="3315227987" sldId="256"/>
            <ac:spMk id="3" creationId="{E48D1FFA-0EC8-1BA2-E90C-86DDE4FB2BB4}"/>
          </ac:spMkLst>
        </pc:spChg>
        <pc:spChg chg="add">
          <ac:chgData name="Karam Dali" userId="S::karam.dali@etu.univ-smb.fr::bf4b0b11-ece4-4c3e-b810-c90ca7502c3d" providerId="AD" clId="Web-{D70F8DCB-1399-EC5D-969E-FF5C19FBB9C1}" dt="2025-09-28T19:07:28.800" v="526"/>
          <ac:spMkLst>
            <pc:docMk/>
            <pc:sldMk cId="3315227987" sldId="256"/>
            <ac:spMk id="21" creationId="{E18F6E8B-15ED-43C7-94BA-91549A651C73}"/>
          </ac:spMkLst>
        </pc:spChg>
        <pc:spChg chg="add">
          <ac:chgData name="Karam Dali" userId="S::karam.dali@etu.univ-smb.fr::bf4b0b11-ece4-4c3e-b810-c90ca7502c3d" providerId="AD" clId="Web-{D70F8DCB-1399-EC5D-969E-FF5C19FBB9C1}" dt="2025-09-28T19:07:28.800" v="526"/>
          <ac:spMkLst>
            <pc:docMk/>
            <pc:sldMk cId="3315227987" sldId="256"/>
            <ac:spMk id="28" creationId="{B81933D1-5615-42C7-9C0B-4EB7105CCE2D}"/>
          </ac:spMkLst>
        </pc:spChg>
        <pc:spChg chg="add">
          <ac:chgData name="Karam Dali" userId="S::karam.dali@etu.univ-smb.fr::bf4b0b11-ece4-4c3e-b810-c90ca7502c3d" providerId="AD" clId="Web-{D70F8DCB-1399-EC5D-969E-FF5C19FBB9C1}" dt="2025-09-28T19:07:28.800" v="526"/>
          <ac:spMkLst>
            <pc:docMk/>
            <pc:sldMk cId="3315227987" sldId="256"/>
            <ac:spMk id="30" creationId="{B089A89A-1E9C-4761-9DFF-53C275FBF870}"/>
          </ac:spMkLst>
        </pc:spChg>
        <pc:spChg chg="add">
          <ac:chgData name="Karam Dali" userId="S::karam.dali@etu.univ-smb.fr::bf4b0b11-ece4-4c3e-b810-c90ca7502c3d" providerId="AD" clId="Web-{D70F8DCB-1399-EC5D-969E-FF5C19FBB9C1}" dt="2025-09-28T19:07:28.800" v="526"/>
          <ac:spMkLst>
            <pc:docMk/>
            <pc:sldMk cId="3315227987" sldId="256"/>
            <ac:spMk id="32" creationId="{19C9EAEA-39D0-4B0E-A0EB-51E7B26740B1}"/>
          </ac:spMkLst>
        </pc:spChg>
        <pc:grpChg chg="add">
          <ac:chgData name="Karam Dali" userId="S::karam.dali@etu.univ-smb.fr::bf4b0b11-ece4-4c3e-b810-c90ca7502c3d" providerId="AD" clId="Web-{D70F8DCB-1399-EC5D-969E-FF5C19FBB9C1}" dt="2025-09-28T19:07:28.800" v="526"/>
          <ac:grpSpMkLst>
            <pc:docMk/>
            <pc:sldMk cId="3315227987" sldId="256"/>
            <ac:grpSpMk id="23" creationId="{032D8612-31EB-44CF-A1D0-14FD4C705424}"/>
          </ac:grpSpMkLst>
        </pc:grpChg>
        <pc:picChg chg="add mod">
          <ac:chgData name="Karam Dali" userId="S::karam.dali@etu.univ-smb.fr::bf4b0b11-ece4-4c3e-b810-c90ca7502c3d" providerId="AD" clId="Web-{D70F8DCB-1399-EC5D-969E-FF5C19FBB9C1}" dt="2025-09-28T19:07:28.800" v="526"/>
          <ac:picMkLst>
            <pc:docMk/>
            <pc:sldMk cId="3315227987" sldId="256"/>
            <ac:picMk id="4" creationId="{7047576E-F789-BDF4-0D06-C1F5CB7F5D78}"/>
          </ac:picMkLst>
        </pc:picChg>
        <pc:picChg chg="add mod">
          <ac:chgData name="Karam Dali" userId="S::karam.dali@etu.univ-smb.fr::bf4b0b11-ece4-4c3e-b810-c90ca7502c3d" providerId="AD" clId="Web-{D70F8DCB-1399-EC5D-969E-FF5C19FBB9C1}" dt="2025-09-28T19:07:28.800" v="526"/>
          <ac:picMkLst>
            <pc:docMk/>
            <pc:sldMk cId="3315227987" sldId="256"/>
            <ac:picMk id="5" creationId="{16466B75-A787-AC78-EDFC-7511C5A5CD6E}"/>
          </ac:picMkLst>
        </pc:picChg>
      </pc:sldChg>
      <pc:sldChg chg="addSp modSp mod setBg">
        <pc:chgData name="Karam Dali" userId="S::karam.dali@etu.univ-smb.fr::bf4b0b11-ece4-4c3e-b810-c90ca7502c3d" providerId="AD" clId="Web-{D70F8DCB-1399-EC5D-969E-FF5C19FBB9C1}" dt="2025-09-28T19:14:03.271" v="588" actId="20577"/>
        <pc:sldMkLst>
          <pc:docMk/>
          <pc:sldMk cId="2722702034" sldId="260"/>
        </pc:sldMkLst>
        <pc:spChg chg="mod">
          <ac:chgData name="Karam Dali" userId="S::karam.dali@etu.univ-smb.fr::bf4b0b11-ece4-4c3e-b810-c90ca7502c3d" providerId="AD" clId="Web-{D70F8DCB-1399-EC5D-969E-FF5C19FBB9C1}" dt="2025-09-28T19:14:03.271" v="588" actId="20577"/>
          <ac:spMkLst>
            <pc:docMk/>
            <pc:sldMk cId="2722702034" sldId="260"/>
            <ac:spMk id="2" creationId="{A1F27D22-BF52-21D1-1977-B713DF05198D}"/>
          </ac:spMkLst>
        </pc:spChg>
        <pc:spChg chg="mod">
          <ac:chgData name="Karam Dali" userId="S::karam.dali@etu.univ-smb.fr::bf4b0b11-ece4-4c3e-b810-c90ca7502c3d" providerId="AD" clId="Web-{D70F8DCB-1399-EC5D-969E-FF5C19FBB9C1}" dt="2025-09-28T19:10:29.228" v="555" actId="20577"/>
          <ac:spMkLst>
            <pc:docMk/>
            <pc:sldMk cId="2722702034" sldId="260"/>
            <ac:spMk id="4" creationId="{2CD1A470-8108-DC05-5744-974849C02DDE}"/>
          </ac:spMkLst>
        </pc:spChg>
        <pc:spChg chg="mod">
          <ac:chgData name="Karam Dali" userId="S::karam.dali@etu.univ-smb.fr::bf4b0b11-ece4-4c3e-b810-c90ca7502c3d" providerId="AD" clId="Web-{D70F8DCB-1399-EC5D-969E-FF5C19FBB9C1}" dt="2025-09-28T19:10:34.337" v="556" actId="20577"/>
          <ac:spMkLst>
            <pc:docMk/>
            <pc:sldMk cId="2722702034" sldId="260"/>
            <ac:spMk id="16" creationId="{D9305D7D-A432-15D8-8E1D-12D73FC59374}"/>
          </ac:spMkLst>
        </pc:spChg>
        <pc:spChg chg="mod">
          <ac:chgData name="Karam Dali" userId="S::karam.dali@etu.univ-smb.fr::bf4b0b11-ece4-4c3e-b810-c90ca7502c3d" providerId="AD" clId="Web-{D70F8DCB-1399-EC5D-969E-FF5C19FBB9C1}" dt="2025-09-28T19:10:43.103" v="558" actId="20577"/>
          <ac:spMkLst>
            <pc:docMk/>
            <pc:sldMk cId="2722702034" sldId="260"/>
            <ac:spMk id="18" creationId="{B2C0DF1E-57D1-91D1-0B59-37F03EBB6367}"/>
          </ac:spMkLst>
        </pc:spChg>
        <pc:spChg chg="mod">
          <ac:chgData name="Karam Dali" userId="S::karam.dali@etu.univ-smb.fr::bf4b0b11-ece4-4c3e-b810-c90ca7502c3d" providerId="AD" clId="Web-{D70F8DCB-1399-EC5D-969E-FF5C19FBB9C1}" dt="2025-09-28T19:10:38.759" v="557" actId="20577"/>
          <ac:spMkLst>
            <pc:docMk/>
            <pc:sldMk cId="2722702034" sldId="260"/>
            <ac:spMk id="21" creationId="{F8EC1164-FC2E-A86F-CCA1-5926E6A93413}"/>
          </ac:spMkLst>
        </pc:spChg>
        <pc:spChg chg="add">
          <ac:chgData name="Karam Dali" userId="S::karam.dali@etu.univ-smb.fr::bf4b0b11-ece4-4c3e-b810-c90ca7502c3d" providerId="AD" clId="Web-{D70F8DCB-1399-EC5D-969E-FF5C19FBB9C1}" dt="2025-09-28T19:07:43.972" v="528"/>
          <ac:spMkLst>
            <pc:docMk/>
            <pc:sldMk cId="2722702034" sldId="260"/>
            <ac:spMk id="31" creationId="{56E9B3E6-E277-4D68-BA48-9CB43FFBD6E2}"/>
          </ac:spMkLst>
        </pc:spChg>
        <pc:spChg chg="add">
          <ac:chgData name="Karam Dali" userId="S::karam.dali@etu.univ-smb.fr::bf4b0b11-ece4-4c3e-b810-c90ca7502c3d" providerId="AD" clId="Web-{D70F8DCB-1399-EC5D-969E-FF5C19FBB9C1}" dt="2025-09-28T19:07:43.972" v="528"/>
          <ac:spMkLst>
            <pc:docMk/>
            <pc:sldMk cId="2722702034" sldId="260"/>
            <ac:spMk id="38" creationId="{D5B0017B-2ECA-49AF-B397-DC140825DF8D}"/>
          </ac:spMkLst>
        </pc:spChg>
        <pc:grpChg chg="mod">
          <ac:chgData name="Karam Dali" userId="S::karam.dali@etu.univ-smb.fr::bf4b0b11-ece4-4c3e-b810-c90ca7502c3d" providerId="AD" clId="Web-{D70F8DCB-1399-EC5D-969E-FF5C19FBB9C1}" dt="2025-09-28T19:07:43.972" v="528"/>
          <ac:grpSpMkLst>
            <pc:docMk/>
            <pc:sldMk cId="2722702034" sldId="260"/>
            <ac:grpSpMk id="26" creationId="{ED749E58-E0F4-F442-74EA-CB4964B0FCF3}"/>
          </ac:grpSpMkLst>
        </pc:grpChg>
        <pc:grpChg chg="add">
          <ac:chgData name="Karam Dali" userId="S::karam.dali@etu.univ-smb.fr::bf4b0b11-ece4-4c3e-b810-c90ca7502c3d" providerId="AD" clId="Web-{D70F8DCB-1399-EC5D-969E-FF5C19FBB9C1}" dt="2025-09-28T19:07:43.972" v="528"/>
          <ac:grpSpMkLst>
            <pc:docMk/>
            <pc:sldMk cId="2722702034" sldId="260"/>
            <ac:grpSpMk id="33" creationId="{AE1C45F0-260A-458C-96ED-C1F6D2151219}"/>
          </ac:grpSpMkLst>
        </pc:grpChg>
        <pc:picChg chg="add mod">
          <ac:chgData name="Karam Dali" userId="S::karam.dali@etu.univ-smb.fr::bf4b0b11-ece4-4c3e-b810-c90ca7502c3d" providerId="AD" clId="Web-{D70F8DCB-1399-EC5D-969E-FF5C19FBB9C1}" dt="2025-09-28T19:08:24.348" v="534" actId="1076"/>
          <ac:picMkLst>
            <pc:docMk/>
            <pc:sldMk cId="2722702034" sldId="260"/>
            <ac:picMk id="32" creationId="{05AC5EBC-9532-4E4F-8D93-092CECA175A0}"/>
          </ac:picMkLst>
        </pc:picChg>
        <pc:cxnChg chg="add">
          <ac:chgData name="Karam Dali" userId="S::karam.dali@etu.univ-smb.fr::bf4b0b11-ece4-4c3e-b810-c90ca7502c3d" providerId="AD" clId="Web-{D70F8DCB-1399-EC5D-969E-FF5C19FBB9C1}" dt="2025-09-28T19:07:43.972" v="528"/>
          <ac:cxnSpMkLst>
            <pc:docMk/>
            <pc:sldMk cId="2722702034" sldId="260"/>
            <ac:cxnSpMk id="40" creationId="{6CF1BAF6-AD41-4082-B212-8A1F9A2E8779}"/>
          </ac:cxnSpMkLst>
        </pc:cxnChg>
      </pc:sldChg>
      <pc:sldChg chg="addSp delSp modSp add replId">
        <pc:chgData name="Karam Dali" userId="S::karam.dali@etu.univ-smb.fr::bf4b0b11-ece4-4c3e-b810-c90ca7502c3d" providerId="AD" clId="Web-{D70F8DCB-1399-EC5D-969E-FF5C19FBB9C1}" dt="2025-09-28T19:18:03.925" v="628" actId="20577"/>
        <pc:sldMkLst>
          <pc:docMk/>
          <pc:sldMk cId="1568806784" sldId="262"/>
        </pc:sldMkLst>
        <pc:spChg chg="mod">
          <ac:chgData name="Karam Dali" userId="S::karam.dali@etu.univ-smb.fr::bf4b0b11-ece4-4c3e-b810-c90ca7502c3d" providerId="AD" clId="Web-{D70F8DCB-1399-EC5D-969E-FF5C19FBB9C1}" dt="2025-09-28T19:15:54.732" v="605" actId="20577"/>
          <ac:spMkLst>
            <pc:docMk/>
            <pc:sldMk cId="1568806784" sldId="262"/>
            <ac:spMk id="2" creationId="{2985F750-0EAF-E62B-E561-245E9B716D29}"/>
          </ac:spMkLst>
        </pc:spChg>
        <pc:spChg chg="add mod">
          <ac:chgData name="Karam Dali" userId="S::karam.dali@etu.univ-smb.fr::bf4b0b11-ece4-4c3e-b810-c90ca7502c3d" providerId="AD" clId="Web-{D70F8DCB-1399-EC5D-969E-FF5C19FBB9C1}" dt="2025-09-28T19:18:03.925" v="628" actId="20577"/>
          <ac:spMkLst>
            <pc:docMk/>
            <pc:sldMk cId="1568806784" sldId="262"/>
            <ac:spMk id="5" creationId="{E5A9999A-C8BF-57E2-A8A1-CF8F63362527}"/>
          </ac:spMkLst>
        </pc:spChg>
      </pc:sldChg>
      <pc:sldChg chg="modSp add replId">
        <pc:chgData name="Karam Dali" userId="S::karam.dali@etu.univ-smb.fr::bf4b0b11-ece4-4c3e-b810-c90ca7502c3d" providerId="AD" clId="Web-{D70F8DCB-1399-EC5D-969E-FF5C19FBB9C1}" dt="2025-09-28T19:17:16.126" v="622" actId="20577"/>
        <pc:sldMkLst>
          <pc:docMk/>
          <pc:sldMk cId="2345282064" sldId="263"/>
        </pc:sldMkLst>
        <pc:spChg chg="mod">
          <ac:chgData name="Karam Dali" userId="S::karam.dali@etu.univ-smb.fr::bf4b0b11-ece4-4c3e-b810-c90ca7502c3d" providerId="AD" clId="Web-{D70F8DCB-1399-EC5D-969E-FF5C19FBB9C1}" dt="2025-09-28T19:16:53.438" v="616" actId="20577"/>
          <ac:spMkLst>
            <pc:docMk/>
            <pc:sldMk cId="2345282064" sldId="263"/>
            <ac:spMk id="2" creationId="{B06AF4B6-5031-553E-5114-23316F22FE73}"/>
          </ac:spMkLst>
        </pc:spChg>
        <pc:spChg chg="mod">
          <ac:chgData name="Karam Dali" userId="S::karam.dali@etu.univ-smb.fr::bf4b0b11-ece4-4c3e-b810-c90ca7502c3d" providerId="AD" clId="Web-{D70F8DCB-1399-EC5D-969E-FF5C19FBB9C1}" dt="2025-09-28T19:17:16.126" v="622" actId="20577"/>
          <ac:spMkLst>
            <pc:docMk/>
            <pc:sldMk cId="2345282064" sldId="263"/>
            <ac:spMk id="5" creationId="{5181537A-922C-301B-4D85-F369A27B6C6A}"/>
          </ac:spMkLst>
        </pc:spChg>
      </pc:sldChg>
    </pc:docChg>
  </pc:docChgLst>
  <pc:docChgLst>
    <pc:chgData name="Melchior Baudoin" userId="S::melchior.baudoin@etu.univ-smb.fr::9c4cfe15-585b-49c9-a20e-9e085d8cacfb" providerId="AD" clId="Web-{0FF738E3-C45D-C2C5-05F9-8B1BF837A184}"/>
    <pc:docChg chg="modSld">
      <pc:chgData name="Melchior Baudoin" userId="S::melchior.baudoin@etu.univ-smb.fr::9c4cfe15-585b-49c9-a20e-9e085d8cacfb" providerId="AD" clId="Web-{0FF738E3-C45D-C2C5-05F9-8B1BF837A184}" dt="2025-10-06T11:47:27.097" v="107" actId="20577"/>
      <pc:docMkLst>
        <pc:docMk/>
      </pc:docMkLst>
      <pc:sldChg chg="modSp">
        <pc:chgData name="Melchior Baudoin" userId="S::melchior.baudoin@etu.univ-smb.fr::9c4cfe15-585b-49c9-a20e-9e085d8cacfb" providerId="AD" clId="Web-{0FF738E3-C45D-C2C5-05F9-8B1BF837A184}" dt="2025-10-06T11:47:27.097" v="107" actId="20577"/>
        <pc:sldMkLst>
          <pc:docMk/>
          <pc:sldMk cId="1568806784" sldId="262"/>
        </pc:sldMkLst>
        <pc:spChg chg="mod">
          <ac:chgData name="Melchior Baudoin" userId="S::melchior.baudoin@etu.univ-smb.fr::9c4cfe15-585b-49c9-a20e-9e085d8cacfb" providerId="AD" clId="Web-{0FF738E3-C45D-C2C5-05F9-8B1BF837A184}" dt="2025-10-06T11:47:27.097" v="107" actId="20577"/>
          <ac:spMkLst>
            <pc:docMk/>
            <pc:sldMk cId="1568806784" sldId="262"/>
            <ac:spMk id="5" creationId="{E5A9999A-C8BF-57E2-A8A1-CF8F63362527}"/>
          </ac:spMkLst>
        </pc:spChg>
      </pc:sldChg>
    </pc:docChg>
  </pc:docChgLst>
  <pc:docChgLst>
    <pc:chgData name="Julien Noireaux-Fattaz" userId="S::julien.noireaux-fattaz@etu.univ-smb.fr::9c141f4e-91fb-4738-9dcb-1cc1347cb075" providerId="AD" clId="Web-{6AEE678D-EE42-4819-A78E-822EA19190AD}"/>
    <pc:docChg chg="modSld">
      <pc:chgData name="Julien Noireaux-Fattaz" userId="S::julien.noireaux-fattaz@etu.univ-smb.fr::9c141f4e-91fb-4738-9dcb-1cc1347cb075" providerId="AD" clId="Web-{6AEE678D-EE42-4819-A78E-822EA19190AD}" dt="2025-09-28T20:43:08.337" v="38"/>
      <pc:docMkLst>
        <pc:docMk/>
      </pc:docMkLst>
      <pc:sldChg chg="modSp">
        <pc:chgData name="Julien Noireaux-Fattaz" userId="S::julien.noireaux-fattaz@etu.univ-smb.fr::9c141f4e-91fb-4738-9dcb-1cc1347cb075" providerId="AD" clId="Web-{6AEE678D-EE42-4819-A78E-822EA19190AD}" dt="2025-09-28T20:41:45.509" v="10" actId="20577"/>
        <pc:sldMkLst>
          <pc:docMk/>
          <pc:sldMk cId="3315227987" sldId="256"/>
        </pc:sldMkLst>
        <pc:spChg chg="mod">
          <ac:chgData name="Julien Noireaux-Fattaz" userId="S::julien.noireaux-fattaz@etu.univ-smb.fr::9c141f4e-91fb-4738-9dcb-1cc1347cb075" providerId="AD" clId="Web-{6AEE678D-EE42-4819-A78E-822EA19190AD}" dt="2025-09-28T20:41:45.509" v="10" actId="20577"/>
          <ac:spMkLst>
            <pc:docMk/>
            <pc:sldMk cId="3315227987" sldId="256"/>
            <ac:spMk id="3" creationId="{E48D1FFA-0EC8-1BA2-E90C-86DDE4FB2BB4}"/>
          </ac:spMkLst>
        </pc:spChg>
      </pc:sldChg>
      <pc:sldChg chg="addSp delSp modSp">
        <pc:chgData name="Julien Noireaux-Fattaz" userId="S::julien.noireaux-fattaz@etu.univ-smb.fr::9c141f4e-91fb-4738-9dcb-1cc1347cb075" providerId="AD" clId="Web-{6AEE678D-EE42-4819-A78E-822EA19190AD}" dt="2025-09-28T20:43:08.337" v="38"/>
        <pc:sldMkLst>
          <pc:docMk/>
          <pc:sldMk cId="2722702034" sldId="260"/>
        </pc:sldMkLst>
        <pc:spChg chg="mod">
          <ac:chgData name="Julien Noireaux-Fattaz" userId="S::julien.noireaux-fattaz@etu.univ-smb.fr::9c141f4e-91fb-4738-9dcb-1cc1347cb075" providerId="AD" clId="Web-{6AEE678D-EE42-4819-A78E-822EA19190AD}" dt="2025-09-28T20:42:12.696" v="21" actId="20577"/>
          <ac:spMkLst>
            <pc:docMk/>
            <pc:sldMk cId="2722702034" sldId="260"/>
            <ac:spMk id="2" creationId="{A1F27D22-BF52-21D1-1977-B713DF05198D}"/>
          </ac:spMkLst>
        </pc:spChg>
      </pc:sldChg>
      <pc:sldChg chg="modSp">
        <pc:chgData name="Julien Noireaux-Fattaz" userId="S::julien.noireaux-fattaz@etu.univ-smb.fr::9c141f4e-91fb-4738-9dcb-1cc1347cb075" providerId="AD" clId="Web-{6AEE678D-EE42-4819-A78E-822EA19190AD}" dt="2025-09-28T20:42:24.071" v="24" actId="20577"/>
        <pc:sldMkLst>
          <pc:docMk/>
          <pc:sldMk cId="1568806784" sldId="262"/>
        </pc:sldMkLst>
        <pc:spChg chg="mod">
          <ac:chgData name="Julien Noireaux-Fattaz" userId="S::julien.noireaux-fattaz@etu.univ-smb.fr::9c141f4e-91fb-4738-9dcb-1cc1347cb075" providerId="AD" clId="Web-{6AEE678D-EE42-4819-A78E-822EA19190AD}" dt="2025-09-28T20:42:24.071" v="24" actId="20577"/>
          <ac:spMkLst>
            <pc:docMk/>
            <pc:sldMk cId="1568806784" sldId="262"/>
            <ac:spMk id="5" creationId="{E5A9999A-C8BF-57E2-A8A1-CF8F63362527}"/>
          </ac:spMkLst>
        </pc:spChg>
      </pc:sldChg>
      <pc:sldChg chg="modSp">
        <pc:chgData name="Julien Noireaux-Fattaz" userId="S::julien.noireaux-fattaz@etu.univ-smb.fr::9c141f4e-91fb-4738-9dcb-1cc1347cb075" providerId="AD" clId="Web-{6AEE678D-EE42-4819-A78E-822EA19190AD}" dt="2025-09-28T20:42:40.024" v="34" actId="14100"/>
        <pc:sldMkLst>
          <pc:docMk/>
          <pc:sldMk cId="2345282064" sldId="263"/>
        </pc:sldMkLst>
        <pc:spChg chg="mod">
          <ac:chgData name="Julien Noireaux-Fattaz" userId="S::julien.noireaux-fattaz@etu.univ-smb.fr::9c141f4e-91fb-4738-9dcb-1cc1347cb075" providerId="AD" clId="Web-{6AEE678D-EE42-4819-A78E-822EA19190AD}" dt="2025-09-28T20:42:40.024" v="34" actId="14100"/>
          <ac:spMkLst>
            <pc:docMk/>
            <pc:sldMk cId="2345282064" sldId="263"/>
            <ac:spMk id="5" creationId="{5181537A-922C-301B-4D85-F369A27B6C6A}"/>
          </ac:spMkLst>
        </pc:spChg>
      </pc:sldChg>
    </pc:docChg>
  </pc:docChgLst>
  <pc:docChgLst>
    <pc:chgData name="Julien Noireaux-Fattaz" userId="S::julien.noireaux-fattaz@etu.univ-smb.fr::9c141f4e-91fb-4738-9dcb-1cc1347cb075" providerId="AD" clId="Web-{72C85DB6-3C7A-4470-97D3-0807B15D3779}"/>
    <pc:docChg chg="modSld">
      <pc:chgData name="Julien Noireaux-Fattaz" userId="S::julien.noireaux-fattaz@etu.univ-smb.fr::9c141f4e-91fb-4738-9dcb-1cc1347cb075" providerId="AD" clId="Web-{72C85DB6-3C7A-4470-97D3-0807B15D3779}" dt="2025-10-05T19:02:17.942" v="36" actId="20577"/>
      <pc:docMkLst>
        <pc:docMk/>
      </pc:docMkLst>
      <pc:sldChg chg="modSp">
        <pc:chgData name="Julien Noireaux-Fattaz" userId="S::julien.noireaux-fattaz@etu.univ-smb.fr::9c141f4e-91fb-4738-9dcb-1cc1347cb075" providerId="AD" clId="Web-{72C85DB6-3C7A-4470-97D3-0807B15D3779}" dt="2025-10-05T19:02:17.942" v="36" actId="20577"/>
        <pc:sldMkLst>
          <pc:docMk/>
          <pc:sldMk cId="2722702034" sldId="260"/>
        </pc:sldMkLst>
        <pc:spChg chg="mod">
          <ac:chgData name="Julien Noireaux-Fattaz" userId="S::julien.noireaux-fattaz@etu.univ-smb.fr::9c141f4e-91fb-4738-9dcb-1cc1347cb075" providerId="AD" clId="Web-{72C85DB6-3C7A-4470-97D3-0807B15D3779}" dt="2025-10-05T19:02:17.942" v="36" actId="20577"/>
          <ac:spMkLst>
            <pc:docMk/>
            <pc:sldMk cId="2722702034" sldId="260"/>
            <ac:spMk id="2" creationId="{A1F27D22-BF52-21D1-1977-B713DF05198D}"/>
          </ac:spMkLst>
        </pc:spChg>
      </pc:sldChg>
      <pc:sldChg chg="modSp">
        <pc:chgData name="Julien Noireaux-Fattaz" userId="S::julien.noireaux-fattaz@etu.univ-smb.fr::9c141f4e-91fb-4738-9dcb-1cc1347cb075" providerId="AD" clId="Web-{72C85DB6-3C7A-4470-97D3-0807B15D3779}" dt="2025-10-05T19:02:13.723" v="29" actId="20577"/>
        <pc:sldMkLst>
          <pc:docMk/>
          <pc:sldMk cId="1568806784" sldId="262"/>
        </pc:sldMkLst>
        <pc:spChg chg="mod">
          <ac:chgData name="Julien Noireaux-Fattaz" userId="S::julien.noireaux-fattaz@etu.univ-smb.fr::9c141f4e-91fb-4738-9dcb-1cc1347cb075" providerId="AD" clId="Web-{72C85DB6-3C7A-4470-97D3-0807B15D3779}" dt="2025-10-05T19:02:13.723" v="29" actId="20577"/>
          <ac:spMkLst>
            <pc:docMk/>
            <pc:sldMk cId="1568806784" sldId="262"/>
            <ac:spMk id="5" creationId="{E5A9999A-C8BF-57E2-A8A1-CF8F63362527}"/>
          </ac:spMkLst>
        </pc:spChg>
      </pc:sldChg>
    </pc:docChg>
  </pc:docChgLst>
  <pc:docChgLst>
    <pc:chgData name="Karam Dali" userId="S::karam.dali@etu.univ-smb.fr::bf4b0b11-ece4-4c3e-b810-c90ca7502c3d" providerId="AD" clId="Web-{AA5CA2D5-9539-7569-21C2-59E1F646E8EF}"/>
    <pc:docChg chg="modSld">
      <pc:chgData name="Karam Dali" userId="S::karam.dali@etu.univ-smb.fr::bf4b0b11-ece4-4c3e-b810-c90ca7502c3d" providerId="AD" clId="Web-{AA5CA2D5-9539-7569-21C2-59E1F646E8EF}" dt="2025-10-16T20:18:05.745" v="106" actId="20577"/>
      <pc:docMkLst>
        <pc:docMk/>
      </pc:docMkLst>
      <pc:sldChg chg="modSp">
        <pc:chgData name="Karam Dali" userId="S::karam.dali@etu.univ-smb.fr::bf4b0b11-ece4-4c3e-b810-c90ca7502c3d" providerId="AD" clId="Web-{AA5CA2D5-9539-7569-21C2-59E1F646E8EF}" dt="2025-10-16T20:16:16.429" v="70" actId="14100"/>
        <pc:sldMkLst>
          <pc:docMk/>
          <pc:sldMk cId="1568806784" sldId="262"/>
        </pc:sldMkLst>
        <pc:spChg chg="mod">
          <ac:chgData name="Karam Dali" userId="S::karam.dali@etu.univ-smb.fr::bf4b0b11-ece4-4c3e-b810-c90ca7502c3d" providerId="AD" clId="Web-{AA5CA2D5-9539-7569-21C2-59E1F646E8EF}" dt="2025-10-16T20:16:16.429" v="70" actId="14100"/>
          <ac:spMkLst>
            <pc:docMk/>
            <pc:sldMk cId="1568806784" sldId="262"/>
            <ac:spMk id="5" creationId="{E5A9999A-C8BF-57E2-A8A1-CF8F63362527}"/>
          </ac:spMkLst>
        </pc:spChg>
      </pc:sldChg>
      <pc:sldChg chg="modSp">
        <pc:chgData name="Karam Dali" userId="S::karam.dali@etu.univ-smb.fr::bf4b0b11-ece4-4c3e-b810-c90ca7502c3d" providerId="AD" clId="Web-{AA5CA2D5-9539-7569-21C2-59E1F646E8EF}" dt="2025-10-16T20:18:05.745" v="106" actId="20577"/>
        <pc:sldMkLst>
          <pc:docMk/>
          <pc:sldMk cId="4121081686" sldId="264"/>
        </pc:sldMkLst>
        <pc:spChg chg="mod">
          <ac:chgData name="Karam Dali" userId="S::karam.dali@etu.univ-smb.fr::bf4b0b11-ece4-4c3e-b810-c90ca7502c3d" providerId="AD" clId="Web-{AA5CA2D5-9539-7569-21C2-59E1F646E8EF}" dt="2025-10-16T20:18:05.745" v="106" actId="20577"/>
          <ac:spMkLst>
            <pc:docMk/>
            <pc:sldMk cId="4121081686" sldId="264"/>
            <ac:spMk id="5" creationId="{CFED99F0-D57A-91E2-6D57-BF95566757CA}"/>
          </ac:spMkLst>
        </pc:spChg>
      </pc:sldChg>
    </pc:docChg>
  </pc:docChgLst>
  <pc:docChgLst>
    <pc:chgData name="Julien Noireaux-Fattaz" userId="S::julien.noireaux-fattaz@etu.univ-smb.fr::9c141f4e-91fb-4738-9dcb-1cc1347cb075" providerId="AD" clId="Web-{605B4C4B-54DB-4FC5-B874-DB958784164E}"/>
    <pc:docChg chg="addSld modSld sldOrd">
      <pc:chgData name="Julien Noireaux-Fattaz" userId="S::julien.noireaux-fattaz@etu.univ-smb.fr::9c141f4e-91fb-4738-9dcb-1cc1347cb075" providerId="AD" clId="Web-{605B4C4B-54DB-4FC5-B874-DB958784164E}" dt="2025-09-29T06:54:10.235" v="251" actId="1076"/>
      <pc:docMkLst>
        <pc:docMk/>
      </pc:docMkLst>
      <pc:sldChg chg="addSp modSp">
        <pc:chgData name="Julien Noireaux-Fattaz" userId="S::julien.noireaux-fattaz@etu.univ-smb.fr::9c141f4e-91fb-4738-9dcb-1cc1347cb075" providerId="AD" clId="Web-{605B4C4B-54DB-4FC5-B874-DB958784164E}" dt="2025-09-29T06:54:10.235" v="251" actId="1076"/>
        <pc:sldMkLst>
          <pc:docMk/>
          <pc:sldMk cId="3315227987" sldId="256"/>
        </pc:sldMkLst>
        <pc:spChg chg="mod">
          <ac:chgData name="Julien Noireaux-Fattaz" userId="S::julien.noireaux-fattaz@etu.univ-smb.fr::9c141f4e-91fb-4738-9dcb-1cc1347cb075" providerId="AD" clId="Web-{605B4C4B-54DB-4FC5-B874-DB958784164E}" dt="2025-09-29T06:24:35.402" v="42" actId="20577"/>
          <ac:spMkLst>
            <pc:docMk/>
            <pc:sldMk cId="3315227987" sldId="256"/>
            <ac:spMk id="2" creationId="{BF0C7CC5-3E56-885B-5FE1-EFD584C8D0CA}"/>
          </ac:spMkLst>
        </pc:spChg>
        <pc:spChg chg="add mod">
          <ac:chgData name="Julien Noireaux-Fattaz" userId="S::julien.noireaux-fattaz@etu.univ-smb.fr::9c141f4e-91fb-4738-9dcb-1cc1347cb075" providerId="AD" clId="Web-{605B4C4B-54DB-4FC5-B874-DB958784164E}" dt="2025-09-29T06:54:10.235" v="251" actId="1076"/>
          <ac:spMkLst>
            <pc:docMk/>
            <pc:sldMk cId="3315227987" sldId="256"/>
            <ac:spMk id="6" creationId="{7AECEA9C-0273-8DB0-E76B-8FF1B6FCF032}"/>
          </ac:spMkLst>
        </pc:spChg>
      </pc:sldChg>
      <pc:sldChg chg="addSp delSp modSp">
        <pc:chgData name="Julien Noireaux-Fattaz" userId="S::julien.noireaux-fattaz@etu.univ-smb.fr::9c141f4e-91fb-4738-9dcb-1cc1347cb075" providerId="AD" clId="Web-{605B4C4B-54DB-4FC5-B874-DB958784164E}" dt="2025-09-29T06:52:59.047" v="246" actId="1076"/>
        <pc:sldMkLst>
          <pc:docMk/>
          <pc:sldMk cId="2722702034" sldId="260"/>
        </pc:sldMkLst>
        <pc:spChg chg="add mod">
          <ac:chgData name="Julien Noireaux-Fattaz" userId="S::julien.noireaux-fattaz@etu.univ-smb.fr::9c141f4e-91fb-4738-9dcb-1cc1347cb075" providerId="AD" clId="Web-{605B4C4B-54DB-4FC5-B874-DB958784164E}" dt="2025-09-29T06:52:59.047" v="246" actId="1076"/>
          <ac:spMkLst>
            <pc:docMk/>
            <pc:sldMk cId="2722702034" sldId="260"/>
            <ac:spMk id="3" creationId="{21CDDE03-3397-91BA-82BF-67F642F90AD3}"/>
          </ac:spMkLst>
        </pc:spChg>
        <pc:spChg chg="mod">
          <ac:chgData name="Julien Noireaux-Fattaz" userId="S::julien.noireaux-fattaz@etu.univ-smb.fr::9c141f4e-91fb-4738-9dcb-1cc1347cb075" providerId="AD" clId="Web-{605B4C4B-54DB-4FC5-B874-DB958784164E}" dt="2025-09-29T06:25:19.684" v="65" actId="20577"/>
          <ac:spMkLst>
            <pc:docMk/>
            <pc:sldMk cId="2722702034" sldId="260"/>
            <ac:spMk id="4" creationId="{2CD1A470-8108-DC05-5744-974849C02DDE}"/>
          </ac:spMkLst>
        </pc:spChg>
        <pc:spChg chg="mod">
          <ac:chgData name="Julien Noireaux-Fattaz" userId="S::julien.noireaux-fattaz@etu.univ-smb.fr::9c141f4e-91fb-4738-9dcb-1cc1347cb075" providerId="AD" clId="Web-{605B4C4B-54DB-4FC5-B874-DB958784164E}" dt="2025-09-29T06:22:31.215" v="19" actId="1076"/>
          <ac:spMkLst>
            <pc:docMk/>
            <pc:sldMk cId="2722702034" sldId="260"/>
            <ac:spMk id="21" creationId="{F8EC1164-FC2E-A86F-CCA1-5926E6A93413}"/>
          </ac:spMkLst>
        </pc:spChg>
        <pc:cxnChg chg="mod">
          <ac:chgData name="Julien Noireaux-Fattaz" userId="S::julien.noireaux-fattaz@etu.univ-smb.fr::9c141f4e-91fb-4738-9dcb-1cc1347cb075" providerId="AD" clId="Web-{605B4C4B-54DB-4FC5-B874-DB958784164E}" dt="2025-09-29T06:22:35.528" v="20" actId="1076"/>
          <ac:cxnSpMkLst>
            <pc:docMk/>
            <pc:sldMk cId="2722702034" sldId="260"/>
            <ac:cxnSpMk id="24" creationId="{487CF0D2-A8AB-30BE-D343-9CFFAF1D38A9}"/>
          </ac:cxnSpMkLst>
        </pc:cxnChg>
      </pc:sldChg>
      <pc:sldChg chg="addSp modSp">
        <pc:chgData name="Julien Noireaux-Fattaz" userId="S::julien.noireaux-fattaz@etu.univ-smb.fr::9c141f4e-91fb-4738-9dcb-1cc1347cb075" providerId="AD" clId="Web-{605B4C4B-54DB-4FC5-B874-DB958784164E}" dt="2025-09-29T06:53:06.188" v="247" actId="1076"/>
        <pc:sldMkLst>
          <pc:docMk/>
          <pc:sldMk cId="1568806784" sldId="262"/>
        </pc:sldMkLst>
        <pc:spChg chg="add mod">
          <ac:chgData name="Julien Noireaux-Fattaz" userId="S::julien.noireaux-fattaz@etu.univ-smb.fr::9c141f4e-91fb-4738-9dcb-1cc1347cb075" providerId="AD" clId="Web-{605B4C4B-54DB-4FC5-B874-DB958784164E}" dt="2025-09-29T06:53:06.188" v="247" actId="1076"/>
          <ac:spMkLst>
            <pc:docMk/>
            <pc:sldMk cId="1568806784" sldId="262"/>
            <ac:spMk id="3" creationId="{F59C9024-A7CE-6505-1A65-A0E910014714}"/>
          </ac:spMkLst>
        </pc:spChg>
      </pc:sldChg>
      <pc:sldChg chg="addSp modSp">
        <pc:chgData name="Julien Noireaux-Fattaz" userId="S::julien.noireaux-fattaz@etu.univ-smb.fr::9c141f4e-91fb-4738-9dcb-1cc1347cb075" providerId="AD" clId="Web-{605B4C4B-54DB-4FC5-B874-DB958784164E}" dt="2025-09-29T06:53:24.704" v="249" actId="1076"/>
        <pc:sldMkLst>
          <pc:docMk/>
          <pc:sldMk cId="2345282064" sldId="263"/>
        </pc:sldMkLst>
        <pc:spChg chg="add mod">
          <ac:chgData name="Julien Noireaux-Fattaz" userId="S::julien.noireaux-fattaz@etu.univ-smb.fr::9c141f4e-91fb-4738-9dcb-1cc1347cb075" providerId="AD" clId="Web-{605B4C4B-54DB-4FC5-B874-DB958784164E}" dt="2025-09-29T06:53:24.704" v="249" actId="1076"/>
          <ac:spMkLst>
            <pc:docMk/>
            <pc:sldMk cId="2345282064" sldId="263"/>
            <ac:spMk id="3" creationId="{143085A0-B3A0-9BCD-39F9-E51983C77B6D}"/>
          </ac:spMkLst>
        </pc:spChg>
        <pc:spChg chg="mod">
          <ac:chgData name="Julien Noireaux-Fattaz" userId="S::julien.noireaux-fattaz@etu.univ-smb.fr::9c141f4e-91fb-4738-9dcb-1cc1347cb075" providerId="AD" clId="Web-{605B4C4B-54DB-4FC5-B874-DB958784164E}" dt="2025-09-29T06:23:53.496" v="41" actId="20577"/>
          <ac:spMkLst>
            <pc:docMk/>
            <pc:sldMk cId="2345282064" sldId="263"/>
            <ac:spMk id="5" creationId="{5181537A-922C-301B-4D85-F369A27B6C6A}"/>
          </ac:spMkLst>
        </pc:spChg>
      </pc:sldChg>
      <pc:sldChg chg="addSp modSp add ord replId">
        <pc:chgData name="Julien Noireaux-Fattaz" userId="S::julien.noireaux-fattaz@etu.univ-smb.fr::9c141f4e-91fb-4738-9dcb-1cc1347cb075" providerId="AD" clId="Web-{605B4C4B-54DB-4FC5-B874-DB958784164E}" dt="2025-09-29T06:53:49.423" v="250" actId="20577"/>
        <pc:sldMkLst>
          <pc:docMk/>
          <pc:sldMk cId="4121081686" sldId="264"/>
        </pc:sldMkLst>
        <pc:spChg chg="mod">
          <ac:chgData name="Julien Noireaux-Fattaz" userId="S::julien.noireaux-fattaz@etu.univ-smb.fr::9c141f4e-91fb-4738-9dcb-1cc1347cb075" providerId="AD" clId="Web-{605B4C4B-54DB-4FC5-B874-DB958784164E}" dt="2025-09-29T06:39:38.398" v="82" actId="20577"/>
          <ac:spMkLst>
            <pc:docMk/>
            <pc:sldMk cId="4121081686" sldId="264"/>
            <ac:spMk id="2" creationId="{5D8C80F8-2D98-9471-F68E-8DD4EF301F75}"/>
          </ac:spMkLst>
        </pc:spChg>
        <pc:spChg chg="add mod">
          <ac:chgData name="Julien Noireaux-Fattaz" userId="S::julien.noireaux-fattaz@etu.univ-smb.fr::9c141f4e-91fb-4738-9dcb-1cc1347cb075" providerId="AD" clId="Web-{605B4C4B-54DB-4FC5-B874-DB958784164E}" dt="2025-09-29T06:53:18.141" v="248" actId="1076"/>
          <ac:spMkLst>
            <pc:docMk/>
            <pc:sldMk cId="4121081686" sldId="264"/>
            <ac:spMk id="3" creationId="{6A45C944-6708-EA80-886A-B1AC9EF63C73}"/>
          </ac:spMkLst>
        </pc:spChg>
        <pc:spChg chg="mod">
          <ac:chgData name="Julien Noireaux-Fattaz" userId="S::julien.noireaux-fattaz@etu.univ-smb.fr::9c141f4e-91fb-4738-9dcb-1cc1347cb075" providerId="AD" clId="Web-{605B4C4B-54DB-4FC5-B874-DB958784164E}" dt="2025-09-29T06:53:49.423" v="250" actId="20577"/>
          <ac:spMkLst>
            <pc:docMk/>
            <pc:sldMk cId="4121081686" sldId="264"/>
            <ac:spMk id="5" creationId="{CFED99F0-D57A-91E2-6D57-BF95566757CA}"/>
          </ac:spMkLst>
        </pc:spChg>
      </pc:sldChg>
    </pc:docChg>
  </pc:docChgLst>
  <pc:docChgLst>
    <pc:chgData name="Muhammad-Adeel Khan" userId="14a85696-0cb2-4c76-9015-4d2e71aefc3f" providerId="ADAL" clId="{B1334F4F-DBD8-4B45-8E5E-28FC9A4F8B18}"/>
    <pc:docChg chg="undo custSel addSld delSld modSld sldOrd">
      <pc:chgData name="Muhammad-Adeel Khan" userId="14a85696-0cb2-4c76-9015-4d2e71aefc3f" providerId="ADAL" clId="{B1334F4F-DBD8-4B45-8E5E-28FC9A4F8B18}" dt="2025-10-06T11:59:50.074" v="183" actId="47"/>
      <pc:docMkLst>
        <pc:docMk/>
      </pc:docMkLst>
      <pc:sldChg chg="addSp modSp mod modClrScheme chgLayout">
        <pc:chgData name="Muhammad-Adeel Khan" userId="14a85696-0cb2-4c76-9015-4d2e71aefc3f" providerId="ADAL" clId="{B1334F4F-DBD8-4B45-8E5E-28FC9A4F8B18}" dt="2025-09-28T18:55:24.640" v="165" actId="1036"/>
        <pc:sldMkLst>
          <pc:docMk/>
          <pc:sldMk cId="2722702034" sldId="260"/>
        </pc:sldMkLst>
        <pc:spChg chg="mod ord">
          <ac:chgData name="Muhammad-Adeel Khan" userId="14a85696-0cb2-4c76-9015-4d2e71aefc3f" providerId="ADAL" clId="{B1334F4F-DBD8-4B45-8E5E-28FC9A4F8B18}" dt="2025-09-28T18:49:15.023" v="0" actId="700"/>
          <ac:spMkLst>
            <pc:docMk/>
            <pc:sldMk cId="2722702034" sldId="260"/>
            <ac:spMk id="2" creationId="{A1F27D22-BF52-21D1-1977-B713DF05198D}"/>
          </ac:spMkLst>
        </pc:spChg>
        <pc:spChg chg="mod">
          <ac:chgData name="Muhammad-Adeel Khan" userId="14a85696-0cb2-4c76-9015-4d2e71aefc3f" providerId="ADAL" clId="{B1334F4F-DBD8-4B45-8E5E-28FC9A4F8B18}" dt="2025-09-28T18:53:17.187" v="63" actId="1076"/>
          <ac:spMkLst>
            <pc:docMk/>
            <pc:sldMk cId="2722702034" sldId="260"/>
            <ac:spMk id="16" creationId="{D9305D7D-A432-15D8-8E1D-12D73FC59374}"/>
          </ac:spMkLst>
        </pc:spChg>
        <pc:spChg chg="mod">
          <ac:chgData name="Muhammad-Adeel Khan" userId="14a85696-0cb2-4c76-9015-4d2e71aefc3f" providerId="ADAL" clId="{B1334F4F-DBD8-4B45-8E5E-28FC9A4F8B18}" dt="2025-09-28T18:53:56.649" v="73" actId="1076"/>
          <ac:spMkLst>
            <pc:docMk/>
            <pc:sldMk cId="2722702034" sldId="260"/>
            <ac:spMk id="18" creationId="{B2C0DF1E-57D1-91D1-0B59-37F03EBB6367}"/>
          </ac:spMkLst>
        </pc:spChg>
        <pc:spChg chg="add mod">
          <ac:chgData name="Muhammad-Adeel Khan" userId="14a85696-0cb2-4c76-9015-4d2e71aefc3f" providerId="ADAL" clId="{B1334F4F-DBD8-4B45-8E5E-28FC9A4F8B18}" dt="2025-09-28T18:55:04.011" v="126" actId="164"/>
          <ac:spMkLst>
            <pc:docMk/>
            <pc:sldMk cId="2722702034" sldId="260"/>
            <ac:spMk id="21" creationId="{F8EC1164-FC2E-A86F-CCA1-5926E6A93413}"/>
          </ac:spMkLst>
        </pc:spChg>
        <pc:grpChg chg="mod">
          <ac:chgData name="Muhammad-Adeel Khan" userId="14a85696-0cb2-4c76-9015-4d2e71aefc3f" providerId="ADAL" clId="{B1334F4F-DBD8-4B45-8E5E-28FC9A4F8B18}" dt="2025-09-28T18:55:04.011" v="126" actId="164"/>
          <ac:grpSpMkLst>
            <pc:docMk/>
            <pc:sldMk cId="2722702034" sldId="260"/>
            <ac:grpSpMk id="19" creationId="{9886BB9A-96E9-EDA7-A43C-FE1CE9BECEB7}"/>
          </ac:grpSpMkLst>
        </pc:grpChg>
        <pc:grpChg chg="add mod">
          <ac:chgData name="Muhammad-Adeel Khan" userId="14a85696-0cb2-4c76-9015-4d2e71aefc3f" providerId="ADAL" clId="{B1334F4F-DBD8-4B45-8E5E-28FC9A4F8B18}" dt="2025-09-28T18:55:16.130" v="129" actId="164"/>
          <ac:grpSpMkLst>
            <pc:docMk/>
            <pc:sldMk cId="2722702034" sldId="260"/>
            <ac:grpSpMk id="25" creationId="{0AFAB83A-CD3A-1ED1-C63C-53AB24A01705}"/>
          </ac:grpSpMkLst>
        </pc:grpChg>
        <pc:grpChg chg="add mod">
          <ac:chgData name="Muhammad-Adeel Khan" userId="14a85696-0cb2-4c76-9015-4d2e71aefc3f" providerId="ADAL" clId="{B1334F4F-DBD8-4B45-8E5E-28FC9A4F8B18}" dt="2025-09-28T18:55:24.640" v="165" actId="1036"/>
          <ac:grpSpMkLst>
            <pc:docMk/>
            <pc:sldMk cId="2722702034" sldId="260"/>
            <ac:grpSpMk id="26" creationId="{ED749E58-E0F4-F442-74EA-CB4964B0FCF3}"/>
          </ac:grpSpMkLst>
        </pc:grpChg>
        <pc:cxnChg chg="mod">
          <ac:chgData name="Muhammad-Adeel Khan" userId="14a85696-0cb2-4c76-9015-4d2e71aefc3f" providerId="ADAL" clId="{B1334F4F-DBD8-4B45-8E5E-28FC9A4F8B18}" dt="2025-09-28T18:54:31.785" v="119" actId="14100"/>
          <ac:cxnSpMkLst>
            <pc:docMk/>
            <pc:sldMk cId="2722702034" sldId="260"/>
            <ac:cxnSpMk id="9" creationId="{729AE493-F814-B30E-7E4B-235E6ED1D671}"/>
          </ac:cxnSpMkLst>
        </pc:cxnChg>
        <pc:cxnChg chg="mod">
          <ac:chgData name="Muhammad-Adeel Khan" userId="14a85696-0cb2-4c76-9015-4d2e71aefc3f" providerId="ADAL" clId="{B1334F4F-DBD8-4B45-8E5E-28FC9A4F8B18}" dt="2025-09-28T18:53:21.244" v="64" actId="1076"/>
          <ac:cxnSpMkLst>
            <pc:docMk/>
            <pc:sldMk cId="2722702034" sldId="260"/>
            <ac:cxnSpMk id="11" creationId="{53D7913E-6F3C-7419-ADD5-69E9748127FE}"/>
          </ac:cxnSpMkLst>
        </pc:cxnChg>
        <pc:cxnChg chg="mod">
          <ac:chgData name="Muhammad-Adeel Khan" userId="14a85696-0cb2-4c76-9015-4d2e71aefc3f" providerId="ADAL" clId="{B1334F4F-DBD8-4B45-8E5E-28FC9A4F8B18}" dt="2025-09-28T18:54:14.757" v="83" actId="1038"/>
          <ac:cxnSpMkLst>
            <pc:docMk/>
            <pc:sldMk cId="2722702034" sldId="260"/>
            <ac:cxnSpMk id="15" creationId="{71870680-957F-79FD-E343-36C6420731E3}"/>
          </ac:cxnSpMkLst>
        </pc:cxnChg>
        <pc:cxnChg chg="add mod">
          <ac:chgData name="Muhammad-Adeel Khan" userId="14a85696-0cb2-4c76-9015-4d2e71aefc3f" providerId="ADAL" clId="{B1334F4F-DBD8-4B45-8E5E-28FC9A4F8B18}" dt="2025-09-28T18:55:16.130" v="129" actId="164"/>
          <ac:cxnSpMkLst>
            <pc:docMk/>
            <pc:sldMk cId="2722702034" sldId="260"/>
            <ac:cxnSpMk id="24" creationId="{487CF0D2-A8AB-30BE-D343-9CFFAF1D38A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52AC2-D65B-F5E8-BCEC-00462C287E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C515E0-51FC-6501-CF83-2DD14E4906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30490-292C-CDEE-55A9-9801BAF0D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38346-7B0C-0A1F-AE70-5622AA9D0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CD490-2B30-C09F-C9CD-EE701EA56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96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204B1-CBBA-0768-E993-248D34ED7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7481B-25F8-459A-AFC7-CDF29F2D9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9745B-723D-13E5-0013-9FFB2EA57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4962D-CD47-7BBF-765C-F4D28DD66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74B1B-207E-FF9E-F796-551E22E21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424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AF7F0-8D0E-B639-3987-C14EF38D9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52951-2BC7-F106-3E51-8F21AA89E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56C1C-9BA8-479E-2D7D-1BF796A34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2D98E-B42A-3EBA-2BF0-EC28BC9C9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4E104-7843-5786-A459-1C78B634B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173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F576B-4061-7115-33C8-2348E6660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7C0C4-FAC3-1ECF-4D0B-078885EC1E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492D3D-34C6-5617-94C2-68BC0ABC0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F58DE9-C937-B411-AB40-685BB7663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B44D4-8D2D-A3B5-9730-A25BAC181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EB827-1B73-99DC-3294-D17CD4230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95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01726-9DE3-2723-E926-58033BEE2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FACCD-7F05-41B4-A0FE-717F01190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0B0A8B-F777-E4D0-50DD-D85CAA822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78B85F-F95A-391C-42A0-E46C60C86C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175E8A-0ED6-18E4-B117-7C98469B9D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F12D6D-A11E-B7C2-508B-CDB6AA323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AB26E2-E641-C17A-AF69-B90EB7746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114B7B-5E2D-579D-5566-13BEDF5ED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193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5E386-D062-1F0B-40D1-2C7394FD8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F8D3A2-26C7-906F-EFF1-07E027D77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E46D3A-E27F-E006-0723-A30C3D4FB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F036DE-6399-0866-9E71-2F19CD6D8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61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E3F60A-E0E9-FCBB-1EE5-4ADC3ABA3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17829D-8D4F-ADC3-D099-E071F406D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1FAE0-652F-E9CD-BEF3-5F862AFA0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89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4B9F4-8162-CBC6-C29C-4521B5850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F9180-B232-3159-88DB-B22B421D4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6A1BD1-0DFF-655F-54A7-13C21AC7D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D0169D-C3F4-5B34-B26B-08D3022E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D32FF-886E-9BEC-15A7-C0B3F6EB2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2ED5A-00A0-9394-17D9-38991CEA0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263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4C196-864E-DB90-5FA2-81FED9D19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5E0A04-165F-08E3-A620-254638F7CB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25DF08-2E23-4290-7774-FD2641B27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559F0-D66F-D18A-9119-6ACFB4266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FC32C-E37F-AF92-86B8-48507B654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37806D-AD65-418D-E83F-69EFA7182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026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98F01-AFF9-476B-1BD1-24896D24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23CE46-613A-AC20-30CD-5AF43FD73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42E5B-7FF9-0375-97AF-7C2E29771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C23A0-FFF0-CF53-85DC-33A03D0E2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94D49-E3ED-0906-59C8-A2ACB81BC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113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49CF1C-D544-E623-8F56-5796C3755B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29D3CC-7155-9316-72EA-934CF3737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9D606-AB61-8080-0091-ABDDD84B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EE97D-8D30-A520-BB58-AD3EFFC62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113B0-6072-A66A-9E3B-A66C91A50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12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0C1CAD-4ED7-DB2B-F286-DCE0B6A76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3AC41-9B2F-6A2A-157B-9B475999C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2DB6D-7507-7428-5424-76BAEAE391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DACD9-4087-4A27-84B3-48F719B6C76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EAF98-1E95-5598-082F-AA69AC871A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0C489-15CC-5B29-BEF4-79F8338F33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535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18F6E8B-15ED-43C7-94BA-91549A651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C7CC5-3E56-885B-5FE1-EFD584C8D0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810" y="3045840"/>
            <a:ext cx="5920119" cy="27148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>
                <a:latin typeface="Consolas"/>
              </a:rPr>
              <a:t>Competition Eurobot Team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8D1FFA-0EC8-1BA2-E90C-86DDE4FB2B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3809" y="4734636"/>
            <a:ext cx="4900143" cy="17098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>
                <a:latin typeface="Miriam Fixed"/>
                <a:cs typeface="Miriam Fixed"/>
              </a:rPr>
              <a:t> Julien NOIREAUX-FATTAZ,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>
                <a:latin typeface="Miriam Fixed"/>
                <a:cs typeface="Miriam Fixed"/>
              </a:rPr>
              <a:t> Karam DALI,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>
                <a:latin typeface="Miriam Fixed"/>
                <a:cs typeface="Miriam Fixed"/>
              </a:rPr>
              <a:t> Melchior BAUDOIN,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>
                <a:latin typeface="Miriam Fixed"/>
                <a:cs typeface="Miriam Fixed"/>
              </a:rPr>
              <a:t> Muhammed-Adeel KHAN,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>
                <a:latin typeface="Miriam Fixed"/>
                <a:cs typeface="Miriam Fixed"/>
              </a:rPr>
              <a:t> Zakaria LATRECHE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60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048031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089A89A-1E9C-4761-9DFF-53C275FBF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0" y="257770"/>
            <a:ext cx="4837176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047576E-F789-BDF4-0D06-C1F5CB7F5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4162" y="946266"/>
            <a:ext cx="4324849" cy="1602971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0" y="3462252"/>
            <a:ext cx="4837176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6466B75-A787-AC78-EDFC-7511C5A5C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162" y="4308912"/>
            <a:ext cx="4324849" cy="1286642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ECEA9C-0273-8DB0-E76B-8FF1B6FCF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2025" y="6451600"/>
            <a:ext cx="2743200" cy="365125"/>
          </a:xfrm>
        </p:spPr>
        <p:txBody>
          <a:bodyPr/>
          <a:lstStyle/>
          <a:p>
            <a:fld id="{CFB733FE-436D-4E06-BEFC-0FFC19291655}" type="slidenum">
              <a:rPr lang="en-US" dirty="0" smtClean="0">
                <a:solidFill>
                  <a:schemeClr val="bg1"/>
                </a:solidFill>
              </a:rPr>
              <a:t>1</a:t>
            </a:fld>
            <a:endParaRPr lang="fr-F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227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27D22-BF52-21D1-1977-B713DF051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0D4D84"/>
                </a:solidFill>
                <a:latin typeface="Consolas"/>
                <a:cs typeface="Miriam Fixed"/>
              </a:rPr>
              <a:t>Team chart</a:t>
            </a:r>
            <a:r>
              <a:rPr lang="en-US" sz="4800">
                <a:solidFill>
                  <a:srgbClr val="0D4D84"/>
                </a:solidFill>
                <a:latin typeface="Consolas"/>
                <a:cs typeface="Miriam Fixed"/>
              </a:rPr>
              <a:t> </a:t>
            </a:r>
            <a:r>
              <a:rPr lang="en-US" sz="1400" i="1">
                <a:latin typeface="Miriam Fixed"/>
                <a:cs typeface="Miriam Fixed"/>
              </a:rPr>
              <a:t>(Subject to change)</a:t>
            </a:r>
            <a:endParaRPr lang="en-US" sz="1400" i="1" kern="1200">
              <a:latin typeface="Miriam Fixed"/>
              <a:cs typeface="Miriam Fixed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D749E58-E0F4-F442-74EA-CB4964B0FCF3}"/>
              </a:ext>
            </a:extLst>
          </p:cNvPr>
          <p:cNvGrpSpPr/>
          <p:nvPr/>
        </p:nvGrpSpPr>
        <p:grpSpPr>
          <a:xfrm>
            <a:off x="1150985" y="3017519"/>
            <a:ext cx="9885672" cy="3209897"/>
            <a:chOff x="388883" y="1925280"/>
            <a:chExt cx="10125736" cy="3287846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AFAB83A-CD3A-1ED1-C63C-53AB24A01705}"/>
                </a:ext>
              </a:extLst>
            </p:cNvPr>
            <p:cNvGrpSpPr/>
            <p:nvPr/>
          </p:nvGrpSpPr>
          <p:grpSpPr>
            <a:xfrm>
              <a:off x="388883" y="1925280"/>
              <a:ext cx="10125736" cy="3287846"/>
              <a:chOff x="388883" y="1925280"/>
              <a:chExt cx="10125736" cy="3287846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9886BB9A-96E9-EDA7-A43C-FE1CE9BECEB7}"/>
                  </a:ext>
                </a:extLst>
              </p:cNvPr>
              <p:cNvGrpSpPr/>
              <p:nvPr/>
            </p:nvGrpSpPr>
            <p:grpSpPr>
              <a:xfrm>
                <a:off x="388883" y="1925280"/>
                <a:ext cx="10125736" cy="3287846"/>
                <a:chOff x="1605877" y="1690688"/>
                <a:chExt cx="7949537" cy="2608042"/>
              </a:xfrm>
            </p:grpSpPr>
            <p:sp>
              <p:nvSpPr>
                <p:cNvPr id="4" name="Rectangle: Rounded Corners 3">
                  <a:extLst>
                    <a:ext uri="{FF2B5EF4-FFF2-40B4-BE49-F238E27FC236}">
                      <a16:creationId xmlns:a16="http://schemas.microsoft.com/office/drawing/2014/main" id="{2CD1A470-8108-DC05-5744-974849C02DDE}"/>
                    </a:ext>
                  </a:extLst>
                </p:cNvPr>
                <p:cNvSpPr/>
                <p:nvPr/>
              </p:nvSpPr>
              <p:spPr>
                <a:xfrm>
                  <a:off x="4950373" y="1690688"/>
                  <a:ext cx="1818290" cy="651641"/>
                </a:xfrm>
                <a:prstGeom prst="roundRect">
                  <a:avLst/>
                </a:prstGeom>
                <a:solidFill>
                  <a:srgbClr val="00ADEF"/>
                </a:solidFill>
                <a:ln>
                  <a:solidFill>
                    <a:srgbClr val="00ADE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 defTabSz="886968">
                    <a:spcAft>
                      <a:spcPts val="600"/>
                    </a:spcAft>
                  </a:pPr>
                  <a:r>
                    <a:rPr lang="en-US" sz="1700" b="1" kern="1200">
                      <a:solidFill>
                        <a:schemeClr val="tx1"/>
                      </a:solidFill>
                      <a:latin typeface="Miriam Fixed"/>
                      <a:ea typeface="+mn-ea"/>
                      <a:cs typeface="Miriam Fixed"/>
                    </a:rPr>
                    <a:t>Team </a:t>
                  </a:r>
                  <a:r>
                    <a:rPr lang="en-US" sz="1700" b="1">
                      <a:solidFill>
                        <a:schemeClr val="tx1"/>
                      </a:solidFill>
                      <a:latin typeface="Miriam Fixed"/>
                      <a:cs typeface="Miriam Fixed"/>
                    </a:rPr>
                    <a:t>Leads</a:t>
                  </a:r>
                  <a:br>
                    <a:rPr lang="en-US" sz="1700" b="1" kern="1200">
                      <a:latin typeface="Miriam Fixed"/>
                    </a:rPr>
                  </a:br>
                  <a:r>
                    <a:rPr lang="en-US" sz="1550" i="1">
                      <a:solidFill>
                        <a:schemeClr val="tx1"/>
                      </a:solidFill>
                      <a:latin typeface="Miriam Fixed"/>
                      <a:cs typeface="Miriam Fixed"/>
                    </a:rPr>
                    <a:t>(Julien and Zakaria)</a:t>
                  </a:r>
                </a:p>
              </p:txBody>
            </p:sp>
            <p:cxnSp>
              <p:nvCxnSpPr>
                <p:cNvPr id="6" name="Straight Arrow Connector 5">
                  <a:extLst>
                    <a:ext uri="{FF2B5EF4-FFF2-40B4-BE49-F238E27FC236}">
                      <a16:creationId xmlns:a16="http://schemas.microsoft.com/office/drawing/2014/main" id="{19D0006D-D106-1C1C-A0E3-4DE78632CF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51635" y="2352840"/>
                  <a:ext cx="0" cy="537505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729AE493-F814-B30E-7E4B-235E6ED1D6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515022" y="2874578"/>
                  <a:ext cx="6131247" cy="7884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53D7913E-6F3C-7419-ADD5-69E9748127FE}"/>
                    </a:ext>
                  </a:extLst>
                </p:cNvPr>
                <p:cNvCxnSpPr/>
                <p:nvPr/>
              </p:nvCxnSpPr>
              <p:spPr>
                <a:xfrm>
                  <a:off x="2515022" y="2874578"/>
                  <a:ext cx="0" cy="756745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71870680-957F-79FD-E343-36C6420731E3}"/>
                    </a:ext>
                  </a:extLst>
                </p:cNvPr>
                <p:cNvCxnSpPr/>
                <p:nvPr/>
              </p:nvCxnSpPr>
              <p:spPr>
                <a:xfrm>
                  <a:off x="8629764" y="2874577"/>
                  <a:ext cx="0" cy="756745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Rectangle: Rounded Corners 15">
                  <a:extLst>
                    <a:ext uri="{FF2B5EF4-FFF2-40B4-BE49-F238E27FC236}">
                      <a16:creationId xmlns:a16="http://schemas.microsoft.com/office/drawing/2014/main" id="{D9305D7D-A432-15D8-8E1D-12D73FC59374}"/>
                    </a:ext>
                  </a:extLst>
                </p:cNvPr>
                <p:cNvSpPr/>
                <p:nvPr/>
              </p:nvSpPr>
              <p:spPr>
                <a:xfrm>
                  <a:off x="1605877" y="3647089"/>
                  <a:ext cx="1818290" cy="651641"/>
                </a:xfrm>
                <a:prstGeom prst="roundRect">
                  <a:avLst/>
                </a:prstGeom>
                <a:solidFill>
                  <a:srgbClr val="00ADE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 defTabSz="886968">
                    <a:spcAft>
                      <a:spcPts val="600"/>
                    </a:spcAft>
                  </a:pPr>
                  <a:r>
                    <a:rPr lang="en-US" sz="1700" b="1" kern="1200">
                      <a:solidFill>
                        <a:schemeClr val="tx1"/>
                      </a:solidFill>
                      <a:latin typeface="Miriam Fixed"/>
                      <a:ea typeface="+mn-ea"/>
                      <a:cs typeface="Miriam Fixed"/>
                    </a:rPr>
                    <a:t>CAD </a:t>
                  </a:r>
                </a:p>
                <a:p>
                  <a:pPr algn="ctr" defTabSz="886968">
                    <a:spcAft>
                      <a:spcPts val="600"/>
                    </a:spcAft>
                  </a:pPr>
                  <a:r>
                    <a:rPr lang="en-US" sz="1550" i="1" kern="1200">
                      <a:solidFill>
                        <a:schemeClr val="tx1"/>
                      </a:solidFill>
                      <a:latin typeface="Miriam Fixed"/>
                      <a:ea typeface="+mn-ea"/>
                      <a:cs typeface="Miriam Fixed"/>
                    </a:rPr>
                    <a:t>(Adeel and Melchior)</a:t>
                  </a:r>
                  <a:endParaRPr lang="en-US" sz="1550" i="1">
                    <a:solidFill>
                      <a:schemeClr val="tx1"/>
                    </a:solidFill>
                    <a:latin typeface="Miriam Fixed"/>
                    <a:cs typeface="Miriam Fixed"/>
                  </a:endParaRPr>
                </a:p>
              </p:txBody>
            </p:sp>
            <p:sp>
              <p:nvSpPr>
                <p:cNvPr id="18" name="Rectangle: Rounded Corners 17">
                  <a:extLst>
                    <a:ext uri="{FF2B5EF4-FFF2-40B4-BE49-F238E27FC236}">
                      <a16:creationId xmlns:a16="http://schemas.microsoft.com/office/drawing/2014/main" id="{B2C0DF1E-57D1-91D1-0B59-37F03EBB6367}"/>
                    </a:ext>
                  </a:extLst>
                </p:cNvPr>
                <p:cNvSpPr/>
                <p:nvPr/>
              </p:nvSpPr>
              <p:spPr>
                <a:xfrm>
                  <a:off x="7737124" y="3631323"/>
                  <a:ext cx="1818290" cy="651641"/>
                </a:xfrm>
                <a:prstGeom prst="roundRect">
                  <a:avLst/>
                </a:prstGeom>
                <a:solidFill>
                  <a:srgbClr val="00ADE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 defTabSz="886968">
                    <a:spcAft>
                      <a:spcPts val="600"/>
                    </a:spcAft>
                  </a:pPr>
                  <a:r>
                    <a:rPr lang="en-US" sz="1700" b="1" kern="1200">
                      <a:solidFill>
                        <a:schemeClr val="tx1"/>
                      </a:solidFill>
                      <a:latin typeface="Miriam Fixed"/>
                      <a:ea typeface="+mn-ea"/>
                      <a:cs typeface="Miriam Fixed"/>
                    </a:rPr>
                    <a:t>ROS </a:t>
                  </a:r>
                  <a:endParaRPr lang="en-US" sz="1700" b="1" kern="1200">
                    <a:solidFill>
                      <a:schemeClr val="tx1"/>
                    </a:solidFill>
                    <a:latin typeface="Miriam Fixed"/>
                    <a:cs typeface="Miriam Fixed"/>
                  </a:endParaRPr>
                </a:p>
                <a:p>
                  <a:pPr algn="ctr" defTabSz="886968">
                    <a:spcAft>
                      <a:spcPts val="600"/>
                    </a:spcAft>
                  </a:pPr>
                  <a:r>
                    <a:rPr lang="en-US" sz="1550" i="1" kern="1200">
                      <a:solidFill>
                        <a:schemeClr val="tx1"/>
                      </a:solidFill>
                      <a:latin typeface="Miriam Fixed"/>
                      <a:ea typeface="+mn-ea"/>
                      <a:cs typeface="Miriam Fixed"/>
                    </a:rPr>
                    <a:t>(All)</a:t>
                  </a:r>
                  <a:endParaRPr lang="en-US" sz="1600" i="1">
                    <a:solidFill>
                      <a:schemeClr val="tx1"/>
                    </a:solidFill>
                    <a:latin typeface="Miriam Fixed"/>
                    <a:cs typeface="Miriam Fixed"/>
                  </a:endParaRPr>
                </a:p>
              </p:txBody>
            </p:sp>
          </p:grp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F8EC1164-FC2E-A86F-CCA1-5926E6A93413}"/>
                  </a:ext>
                </a:extLst>
              </p:cNvPr>
              <p:cNvSpPr/>
              <p:nvPr/>
            </p:nvSpPr>
            <p:spPr>
              <a:xfrm>
                <a:off x="4571064" y="4382663"/>
                <a:ext cx="2316050" cy="821496"/>
              </a:xfrm>
              <a:prstGeom prst="roundRect">
                <a:avLst/>
              </a:prstGeom>
              <a:solidFill>
                <a:srgbClr val="00ADE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 defTabSz="886968">
                  <a:spcAft>
                    <a:spcPts val="600"/>
                  </a:spcAft>
                </a:pPr>
                <a:r>
                  <a:rPr lang="en-US" sz="1700" b="1" kern="1200">
                    <a:solidFill>
                      <a:schemeClr val="tx1"/>
                    </a:solidFill>
                    <a:latin typeface="Miriam Fixed"/>
                    <a:ea typeface="+mn-ea"/>
                    <a:cs typeface="Miriam Fixed"/>
                  </a:rPr>
                  <a:t>Electronics</a:t>
                </a:r>
                <a:endParaRPr lang="en-US" sz="1700" b="1" kern="1200">
                  <a:solidFill>
                    <a:schemeClr val="tx1"/>
                  </a:solidFill>
                  <a:latin typeface="Miriam Fixed"/>
                  <a:cs typeface="Miriam Fixed"/>
                </a:endParaRPr>
              </a:p>
              <a:p>
                <a:pPr algn="ctr" defTabSz="886968">
                  <a:spcAft>
                    <a:spcPts val="600"/>
                  </a:spcAft>
                </a:pPr>
                <a:r>
                  <a:rPr lang="en-US" sz="1700" kern="1200">
                    <a:solidFill>
                      <a:schemeClr val="tx1"/>
                    </a:solidFill>
                    <a:latin typeface="Miriam Fixed"/>
                    <a:ea typeface="+mn-ea"/>
                    <a:cs typeface="Miriam Fixed"/>
                  </a:rPr>
                  <a:t> </a:t>
                </a:r>
                <a:r>
                  <a:rPr lang="en-US" sz="1550" i="1" kern="1200">
                    <a:solidFill>
                      <a:schemeClr val="tx1"/>
                    </a:solidFill>
                    <a:latin typeface="Miriam Fixed"/>
                    <a:ea typeface="+mn-ea"/>
                    <a:cs typeface="Miriam Fixed"/>
                  </a:rPr>
                  <a:t>(Karam</a:t>
                </a:r>
                <a:r>
                  <a:rPr lang="en-US" sz="1550" i="1">
                    <a:solidFill>
                      <a:schemeClr val="tx1"/>
                    </a:solidFill>
                    <a:latin typeface="Miriam Fixed"/>
                    <a:cs typeface="Miriam Fixed"/>
                  </a:rPr>
                  <a:t>, </a:t>
                </a:r>
                <a:r>
                  <a:rPr lang="en-US" sz="1550" i="1" kern="1200">
                    <a:solidFill>
                      <a:schemeClr val="tx1"/>
                    </a:solidFill>
                    <a:latin typeface="Miriam Fixed"/>
                    <a:ea typeface="+mn-ea"/>
                    <a:cs typeface="Miriam Fixed"/>
                  </a:rPr>
                  <a:t>Julien</a:t>
                </a:r>
                <a:r>
                  <a:rPr lang="en-US" sz="1550" i="1">
                    <a:solidFill>
                      <a:schemeClr val="tx1"/>
                    </a:solidFill>
                    <a:latin typeface="Miriam Fixed"/>
                    <a:cs typeface="Miriam Fixed"/>
                  </a:rPr>
                  <a:t> and Zakaria</a:t>
                </a:r>
                <a:r>
                  <a:rPr lang="en-US" sz="1550" i="1" kern="1200">
                    <a:solidFill>
                      <a:schemeClr val="tx1"/>
                    </a:solidFill>
                    <a:latin typeface="Miriam Fixed"/>
                    <a:ea typeface="+mn-ea"/>
                    <a:cs typeface="Miriam Fixed"/>
                  </a:rPr>
                  <a:t>)</a:t>
                </a:r>
                <a:endParaRPr lang="en-US" sz="1600" i="1">
                  <a:solidFill>
                    <a:schemeClr val="tx1"/>
                  </a:solidFill>
                  <a:latin typeface="Miriam Fixed"/>
                  <a:cs typeface="Miriam Fixed"/>
                </a:endParaRPr>
              </a:p>
            </p:txBody>
          </p:sp>
        </p:grp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87CF0D2-A8AB-30BE-D343-9CFFAF1D38A9}"/>
                </a:ext>
              </a:extLst>
            </p:cNvPr>
            <p:cNvCxnSpPr/>
            <p:nvPr/>
          </p:nvCxnSpPr>
          <p:spPr>
            <a:xfrm>
              <a:off x="5788811" y="3428667"/>
              <a:ext cx="0" cy="95399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Picture 31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05AC5EBC-9532-4E4F-8D93-092CECA17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596" y="1117347"/>
            <a:ext cx="2800850" cy="866990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1CDDE03-3397-91BA-82BF-67F642F90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9700"/>
            <a:ext cx="2743200" cy="365125"/>
          </a:xfrm>
        </p:spPr>
        <p:txBody>
          <a:bodyPr/>
          <a:lstStyle/>
          <a:p>
            <a:fld id="{CFB733FE-436D-4E06-BEFC-0FFC19291655}" type="slidenum">
              <a:rPr lang="en-US" dirty="0" smtClean="0">
                <a:solidFill>
                  <a:schemeClr val="tx1"/>
                </a:solidFill>
              </a:rPr>
              <a:t>2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702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83F545-CAE5-5A91-055A-6133E848E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2DBA3AE-C57B-444D-DF7E-9E80ACB34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3602B4F-B900-529E-3E62-E2FFA1D49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C1A887C-FE3D-586A-17CD-36307014B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707225C-D7AA-51E0-96EF-7B2040DC3B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D1BD6C0-36C9-13F0-A7E1-03BF09FC8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9BDCA785-A0AC-ED0E-0A80-2FA7AF7A8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5F750-0EAF-E62B-E561-245E9B716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0D4D84"/>
                </a:solidFill>
                <a:latin typeface="Consolas"/>
                <a:ea typeface="+mj-lt"/>
                <a:cs typeface="+mj-lt"/>
              </a:rPr>
              <a:t>Last week meeting outcomes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F158FDD-5F3A-8CC2-6481-40B4C6192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B02FF143-10DB-951C-E36E-F648A5EF0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596" y="1117347"/>
            <a:ext cx="2800850" cy="86699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5A9999A-C8BF-57E2-A8A1-CF8F63362527}"/>
              </a:ext>
            </a:extLst>
          </p:cNvPr>
          <p:cNvSpPr txBox="1">
            <a:spLocks/>
          </p:cNvSpPr>
          <p:nvPr/>
        </p:nvSpPr>
        <p:spPr>
          <a:xfrm>
            <a:off x="624840" y="2729865"/>
            <a:ext cx="10515600" cy="230917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Miriam Fixed"/>
                <a:cs typeface="Miriam Fixed"/>
              </a:rPr>
              <a:t>Finishing the rules report and defining the problems we will face.</a:t>
            </a:r>
          </a:p>
          <a:p>
            <a:endParaRPr lang="en-US" sz="2000">
              <a:latin typeface="Miriam Fixed"/>
              <a:cs typeface="Miriam Fixed"/>
            </a:endParaRPr>
          </a:p>
          <a:p>
            <a:r>
              <a:rPr lang="en-US" sz="2000" dirty="0">
                <a:latin typeface="Miriam Fixed"/>
                <a:cs typeface="Miriam Fixed"/>
              </a:rPr>
              <a:t>Beginning of a first design for the robot.</a:t>
            </a:r>
          </a:p>
          <a:p>
            <a:endParaRPr lang="en-US" sz="2000">
              <a:latin typeface="Miriam Fixed"/>
              <a:cs typeface="Miriam Fixed"/>
            </a:endParaRPr>
          </a:p>
          <a:p>
            <a:r>
              <a:rPr lang="en-US" sz="2000" dirty="0" err="1">
                <a:latin typeface="Miriam Fixed"/>
                <a:cs typeface="Miriam Fixed"/>
              </a:rPr>
              <a:t>Seeting</a:t>
            </a:r>
            <a:r>
              <a:rPr lang="en-US" sz="2000" dirty="0">
                <a:latin typeface="Miriam Fixed"/>
                <a:cs typeface="Miriam Fixed"/>
              </a:rPr>
              <a:t> up the git fork and the ubuntu VM.</a:t>
            </a:r>
          </a:p>
          <a:p>
            <a:endParaRPr lang="en-US" sz="2000">
              <a:latin typeface="Miriam Fixed"/>
              <a:cs typeface="Miriam Fixed"/>
            </a:endParaRPr>
          </a:p>
          <a:p>
            <a:r>
              <a:rPr lang="en-US" sz="2000" dirty="0">
                <a:latin typeface="Miriam Fixed"/>
                <a:cs typeface="Miriam Fixed"/>
              </a:rPr>
              <a:t>Watch the video about the rules on official </a:t>
            </a:r>
            <a:r>
              <a:rPr lang="en-US" sz="2000" dirty="0" err="1">
                <a:latin typeface="Miriam Fixed"/>
                <a:cs typeface="Miriam Fixed"/>
              </a:rPr>
              <a:t>youtube</a:t>
            </a:r>
            <a:r>
              <a:rPr lang="en-US" sz="2000" dirty="0">
                <a:latin typeface="Miriam Fixed"/>
                <a:cs typeface="Miriam Fixed"/>
              </a:rPr>
              <a:t> for details </a:t>
            </a:r>
          </a:p>
          <a:p>
            <a:endParaRPr lang="en-US" sz="2000" dirty="0">
              <a:latin typeface="Miriam Fixed"/>
              <a:ea typeface="+mn-lt"/>
              <a:cs typeface="Miriam Fixed"/>
            </a:endParaRPr>
          </a:p>
          <a:p>
            <a:pPr marL="0" indent="0">
              <a:buNone/>
            </a:pPr>
            <a:endParaRPr lang="en-US" sz="2400">
              <a:latin typeface="Miriam Fixed"/>
              <a:cs typeface="Miriam Fixed"/>
            </a:endParaRPr>
          </a:p>
          <a:p>
            <a:endParaRPr lang="en-US" sz="2400">
              <a:latin typeface="Miriam Fixed"/>
              <a:cs typeface="Miriam Fixed"/>
            </a:endParaRPr>
          </a:p>
          <a:p>
            <a:pPr marL="0" indent="0">
              <a:buNone/>
            </a:pPr>
            <a:endParaRPr lang="en-US" sz="2400">
              <a:latin typeface="Miriam Fixed"/>
              <a:cs typeface="Miriam Fixed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59C9024-A7CE-6505-1A65-A0E910014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9700"/>
            <a:ext cx="2743200" cy="365125"/>
          </a:xfrm>
        </p:spPr>
        <p:txBody>
          <a:bodyPr/>
          <a:lstStyle/>
          <a:p>
            <a:fld id="{CFB733FE-436D-4E06-BEFC-0FFC19291655}" type="slidenum">
              <a:rPr lang="en-US" dirty="0" smtClean="0">
                <a:solidFill>
                  <a:schemeClr val="tx1"/>
                </a:solidFill>
              </a:rPr>
              <a:t>3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806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4C7BC-ED49-87EB-5A73-3FCA01B71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E6508B79-788C-13EC-61BE-B7581EDFA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DA17E34-27EF-2E0B-F97D-29E188691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33E6F69-6969-F543-A2DC-FFD75CB0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758D7E8-7C01-5FC4-B41E-DB6454001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9625DA7-5606-34D7-252D-C1BA81DD3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736BFC80-1C24-AD63-042C-3F9A4201E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8C80F8-2D98-9471-F68E-8DD4EF301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0D4D84"/>
                </a:solidFill>
                <a:latin typeface="Consolas"/>
                <a:ea typeface="+mj-lt"/>
                <a:cs typeface="+mj-lt"/>
              </a:rPr>
              <a:t>Documentation and Com.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E2820A-8BDD-EF0E-6178-D507B87A9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378A6260-DDB3-CD53-3E87-E951ADFD3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596" y="1117347"/>
            <a:ext cx="2800850" cy="86699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FED99F0-D57A-91E2-6D57-BF95566757CA}"/>
              </a:ext>
            </a:extLst>
          </p:cNvPr>
          <p:cNvSpPr txBox="1">
            <a:spLocks/>
          </p:cNvSpPr>
          <p:nvPr/>
        </p:nvSpPr>
        <p:spPr>
          <a:xfrm>
            <a:off x="636840" y="2729865"/>
            <a:ext cx="10503600" cy="33171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Miriam Fixed"/>
                <a:cs typeface="Miriam Fixed"/>
              </a:rPr>
              <a:t>Project management: </a:t>
            </a:r>
            <a:r>
              <a:rPr lang="en-US" sz="2000" dirty="0" err="1">
                <a:latin typeface="Miriam Fixed"/>
                <a:cs typeface="Miriam Fixed"/>
              </a:rPr>
              <a:t>Probant</a:t>
            </a:r>
          </a:p>
          <a:p>
            <a:r>
              <a:rPr lang="en-US" sz="2000" dirty="0">
                <a:latin typeface="Miriam Fixed"/>
                <a:cs typeface="Miriam Fixed"/>
              </a:rPr>
              <a:t>Documentation management: Microsoft Teams &amp; </a:t>
            </a:r>
            <a:r>
              <a:rPr lang="en-US" sz="2000" dirty="0" err="1">
                <a:latin typeface="Miriam Fixed"/>
                <a:cs typeface="Miriam Fixed"/>
              </a:rPr>
              <a:t>github</a:t>
            </a:r>
            <a:endParaRPr lang="en-US" sz="2000" dirty="0">
              <a:latin typeface="Miriam Fixed"/>
              <a:cs typeface="Miriam Fixed"/>
            </a:endParaRPr>
          </a:p>
          <a:p>
            <a:r>
              <a:rPr lang="en-US" sz="2000" dirty="0">
                <a:latin typeface="Miriam Fixed"/>
                <a:cs typeface="Miriam Fixed"/>
              </a:rPr>
              <a:t>Communication: Microsoft Teams and other communication soft</a:t>
            </a:r>
            <a:r>
              <a:rPr lang="en-US" sz="2000" dirty="0">
                <a:latin typeface="Miriam Fixed"/>
                <a:ea typeface="+mn-lt"/>
                <a:cs typeface="+mn-lt"/>
              </a:rPr>
              <a:t>w</a:t>
            </a:r>
            <a:r>
              <a:rPr lang="en-US" sz="2000" dirty="0">
                <a:latin typeface="Miriam Fixed"/>
                <a:cs typeface="Miriam Fixed"/>
              </a:rPr>
              <a:t>are</a:t>
            </a:r>
            <a:endParaRPr lang="en-US" sz="2000" dirty="0">
              <a:latin typeface="Miriam Fixed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dirty="0">
                <a:latin typeface="Miriam Fixed"/>
                <a:cs typeface="Miriam Fixed"/>
              </a:rPr>
              <a:t>Update on documentation(s) every week</a:t>
            </a:r>
          </a:p>
          <a:p>
            <a:pPr>
              <a:buFont typeface="Arial"/>
              <a:buChar char="•"/>
            </a:pPr>
            <a:r>
              <a:rPr lang="en-US" sz="2000" dirty="0">
                <a:latin typeface="Miriam Fixed"/>
                <a:ea typeface="+mn-lt"/>
                <a:cs typeface="+mn-lt"/>
              </a:rPr>
              <a:t>Write </a:t>
            </a:r>
            <a:r>
              <a:rPr lang="en-US" sz="2000" dirty="0">
                <a:latin typeface="Miriam Fixed"/>
                <a:ea typeface="Calibri"/>
                <a:cs typeface="Calibri"/>
              </a:rPr>
              <a:t>the Systems analysis and preliminary design specification </a:t>
            </a:r>
            <a:endParaRPr lang="en-US" sz="2000" dirty="0">
              <a:latin typeface="Miriam Fixed"/>
              <a:cs typeface="Miriam Fixed"/>
            </a:endParaRPr>
          </a:p>
          <a:p>
            <a:pPr marL="0" indent="0">
              <a:buNone/>
            </a:pPr>
            <a:endParaRPr lang="en-US" sz="2400">
              <a:latin typeface="Miriam Fixed"/>
              <a:cs typeface="Miriam Fixed"/>
            </a:endParaRPr>
          </a:p>
          <a:p>
            <a:endParaRPr lang="en-US" sz="2400">
              <a:latin typeface="Miriam Fixed"/>
              <a:cs typeface="Miriam Fixed"/>
            </a:endParaRPr>
          </a:p>
          <a:p>
            <a:pPr marL="0" indent="0">
              <a:buNone/>
            </a:pPr>
            <a:endParaRPr lang="en-US" sz="2400">
              <a:latin typeface="Miriam Fixed"/>
              <a:cs typeface="Miriam Fixed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A45C944-6708-EA80-886A-B1AC9EF6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9700"/>
            <a:ext cx="2743200" cy="365125"/>
          </a:xfrm>
        </p:spPr>
        <p:txBody>
          <a:bodyPr/>
          <a:lstStyle/>
          <a:p>
            <a:fld id="{CFB733FE-436D-4E06-BEFC-0FFC19291655}" type="slidenum">
              <a:rPr lang="en-US" dirty="0" smtClean="0">
                <a:solidFill>
                  <a:schemeClr val="tx1"/>
                </a:solidFill>
              </a:rPr>
              <a:t>4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081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D2251F-D73A-BDB2-40BB-FB2212246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20BCCCC-A335-7769-8B34-36FDF1CD6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BECC793-028C-E7E0-18E7-D915008E2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46C7B2F-202F-00D6-991D-1FAFF0EA9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517F0E3-C273-CF6C-011F-F4E8B40D6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C5F2226-827D-573C-F2DA-91BC59F1C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701C0AC8-134A-472B-A02C-F5E8D92EB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6AF4B6-5031-553E-5114-23316F22F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0D4D84"/>
                </a:solidFill>
                <a:latin typeface="Consolas"/>
                <a:ea typeface="+mj-lt"/>
                <a:cs typeface="+mj-lt"/>
              </a:rPr>
              <a:t>Next week meeting agenda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D71EF9A-C474-D208-B76D-9A483B740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3F0D1D00-8941-0D1D-B380-E841EC522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596" y="1117347"/>
            <a:ext cx="2800850" cy="86699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81537A-922C-301B-4D85-F369A27B6C6A}"/>
              </a:ext>
            </a:extLst>
          </p:cNvPr>
          <p:cNvSpPr txBox="1">
            <a:spLocks/>
          </p:cNvSpPr>
          <p:nvPr/>
        </p:nvSpPr>
        <p:spPr>
          <a:xfrm>
            <a:off x="636840" y="2729865"/>
            <a:ext cx="10503600" cy="33171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latin typeface="Miriam Fixed"/>
                <a:cs typeface="Miriam Fixed"/>
              </a:rPr>
              <a:t>Discuss about the design of the robot.</a:t>
            </a:r>
          </a:p>
          <a:p>
            <a:endParaRPr lang="en-US" sz="2000">
              <a:latin typeface="Miriam Fixed"/>
              <a:cs typeface="Miriam Fixed"/>
            </a:endParaRPr>
          </a:p>
          <a:p>
            <a:r>
              <a:rPr lang="en-US" sz="2000">
                <a:latin typeface="Miriam Fixed"/>
                <a:cs typeface="Miriam Fixed"/>
              </a:rPr>
              <a:t>Putting every document on the git.</a:t>
            </a:r>
          </a:p>
          <a:p>
            <a:endParaRPr lang="en-US" sz="2000">
              <a:latin typeface="Miriam Fixed"/>
              <a:cs typeface="Miriam Fixed"/>
            </a:endParaRPr>
          </a:p>
          <a:p>
            <a:r>
              <a:rPr lang="en-US" sz="2000">
                <a:latin typeface="Miriam Fixed"/>
                <a:cs typeface="Miriam Fixed"/>
              </a:rPr>
              <a:t>Start reflecting on strategies.</a:t>
            </a:r>
            <a:endParaRPr lang="en-US" sz="2600">
              <a:latin typeface="Miriam Fixed"/>
              <a:cs typeface="Miriam Fixed"/>
            </a:endParaRPr>
          </a:p>
          <a:p>
            <a:endParaRPr lang="en-US" sz="2000">
              <a:latin typeface="Miriam Fixed"/>
              <a:cs typeface="Miriam Fixed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Miriam Fixed"/>
                <a:cs typeface="Miriam Fixed"/>
              </a:rPr>
              <a:t>Little info from Zakaria and Julien: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Miriam Fixed"/>
                <a:cs typeface="Miriam Fixed"/>
              </a:rPr>
              <a:t>3D printer of project room and electrical component organization</a:t>
            </a:r>
          </a:p>
          <a:p>
            <a:endParaRPr lang="en-US" sz="2400">
              <a:latin typeface="Miriam Fixed"/>
              <a:cs typeface="Miriam Fixed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400">
              <a:latin typeface="Miriam Fixed"/>
              <a:cs typeface="Miriam Fixed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43085A0-B3A0-9BCD-39F9-E51983C77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9700"/>
            <a:ext cx="2743200" cy="365125"/>
          </a:xfrm>
        </p:spPr>
        <p:txBody>
          <a:bodyPr/>
          <a:lstStyle/>
          <a:p>
            <a:fld id="{CFB733FE-436D-4E06-BEFC-0FFC19291655}" type="slidenum">
              <a:rPr lang="en-US" dirty="0" smtClean="0">
                <a:solidFill>
                  <a:schemeClr val="tx1"/>
                </a:solidFill>
              </a:rPr>
              <a:t>5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282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362ed64-5462-414c-9803-0603109fd2d2">
      <Terms xmlns="http://schemas.microsoft.com/office/infopath/2007/PartnerControls"/>
    </lcf76f155ced4ddcb4097134ff3c332f>
    <TaxCatchAll xmlns="d130cb11-9037-4762-b78b-51c9d498595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459D34CEFF0D499359F2F887F5B222" ma:contentTypeVersion="10" ma:contentTypeDescription="Create a new document." ma:contentTypeScope="" ma:versionID="9c58be0b8cbca062c9577af724b97592">
  <xsd:schema xmlns:xsd="http://www.w3.org/2001/XMLSchema" xmlns:xs="http://www.w3.org/2001/XMLSchema" xmlns:p="http://schemas.microsoft.com/office/2006/metadata/properties" xmlns:ns2="6362ed64-5462-414c-9803-0603109fd2d2" xmlns:ns3="d130cb11-9037-4762-b78b-51c9d498595d" targetNamespace="http://schemas.microsoft.com/office/2006/metadata/properties" ma:root="true" ma:fieldsID="95a9713bcb59f800abcce66b614cf9fa" ns2:_="" ns3:_="">
    <xsd:import namespace="6362ed64-5462-414c-9803-0603109fd2d2"/>
    <xsd:import namespace="d130cb11-9037-4762-b78b-51c9d49859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62ed64-5462-414c-9803-0603109fd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30cb11-9037-4762-b78b-51c9d498595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ac87ed-341a-483e-a6d6-bc52b8c57f8f}" ma:internalName="TaxCatchAll" ma:showField="CatchAllData" ma:web="d130cb11-9037-4762-b78b-51c9d49859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372F18-A0DE-487C-9DF0-FDB4E2E9AC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674D9A5-97E7-4340-BCA0-59CF882353A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FE3D6A5-E8A6-4634-937A-53D72F337368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Competition Eurobot Team 3</vt:lpstr>
      <vt:lpstr>Team chart (Subject to change)</vt:lpstr>
      <vt:lpstr>Last week meeting outcomes</vt:lpstr>
      <vt:lpstr>Documentation and Com.</vt:lpstr>
      <vt:lpstr>Next week meeting agenda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Muhammad-Adeel Khan</dc:creator>
  <cp:revision>28</cp:revision>
  <dcterms:created xsi:type="dcterms:W3CDTF">2025-09-28T18:02:57Z</dcterms:created>
  <dcterms:modified xsi:type="dcterms:W3CDTF">2025-10-16T20:18:05Z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0x010100AB459D34CEFF0D499359F2F887F5B222</vt:lpwstr>
  </property>
</Properties>
</file>